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1" r:id="rId6"/>
    <p:sldId id="268" r:id="rId7"/>
    <p:sldId id="271" r:id="rId8"/>
    <p:sldId id="264" r:id="rId9"/>
    <p:sldId id="272" r:id="rId10"/>
    <p:sldId id="266" r:id="rId11"/>
    <p:sldId id="267"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AFBCA5-607B-4E27-B6F6-5C302583459D}" v="42" dt="2026-06-24T16:45:20.7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i Surya Midde" userId="01f64b7ce5fd1346" providerId="LiveId" clId="{6695C547-F7D8-474B-8BE4-5C2EED9F864B}"/>
    <pc:docChg chg="undo custSel addSld delSld modSld sldOrd">
      <pc:chgData name="Jai Surya Midde" userId="01f64b7ce5fd1346" providerId="LiveId" clId="{6695C547-F7D8-474B-8BE4-5C2EED9F864B}" dt="2026-06-24T16:45:13.436" v="2574" actId="20577"/>
      <pc:docMkLst>
        <pc:docMk/>
      </pc:docMkLst>
      <pc:sldChg chg="modSp mod">
        <pc:chgData name="Jai Surya Midde" userId="01f64b7ce5fd1346" providerId="LiveId" clId="{6695C547-F7D8-474B-8BE4-5C2EED9F864B}" dt="2026-06-24T15:04:54.231" v="2405" actId="1076"/>
        <pc:sldMkLst>
          <pc:docMk/>
          <pc:sldMk cId="0" sldId="256"/>
        </pc:sldMkLst>
        <pc:spChg chg="mod">
          <ac:chgData name="Jai Surya Midde" userId="01f64b7ce5fd1346" providerId="LiveId" clId="{6695C547-F7D8-474B-8BE4-5C2EED9F864B}" dt="2026-06-23T16:34:21.651" v="163" actId="20577"/>
          <ac:spMkLst>
            <pc:docMk/>
            <pc:sldMk cId="0" sldId="256"/>
            <ac:spMk id="5" creationId="{00000000-0000-0000-0000-000000000000}"/>
          </ac:spMkLst>
        </pc:spChg>
        <pc:spChg chg="mod">
          <ac:chgData name="Jai Surya Midde" userId="01f64b7ce5fd1346" providerId="LiveId" clId="{6695C547-F7D8-474B-8BE4-5C2EED9F864B}" dt="2026-06-24T15:04:54.231" v="2405" actId="1076"/>
          <ac:spMkLst>
            <pc:docMk/>
            <pc:sldMk cId="0" sldId="256"/>
            <ac:spMk id="6" creationId="{00000000-0000-0000-0000-000000000000}"/>
          </ac:spMkLst>
        </pc:spChg>
        <pc:spChg chg="mod">
          <ac:chgData name="Jai Surya Midde" userId="01f64b7ce5fd1346" providerId="LiveId" clId="{6695C547-F7D8-474B-8BE4-5C2EED9F864B}" dt="2026-06-24T09:27:40.472" v="1753" actId="1076"/>
          <ac:spMkLst>
            <pc:docMk/>
            <pc:sldMk cId="0" sldId="256"/>
            <ac:spMk id="7" creationId="{00000000-0000-0000-0000-000000000000}"/>
          </ac:spMkLst>
        </pc:spChg>
        <pc:spChg chg="mod">
          <ac:chgData name="Jai Surya Midde" userId="01f64b7ce5fd1346" providerId="LiveId" clId="{6695C547-F7D8-474B-8BE4-5C2EED9F864B}" dt="2026-06-24T09:27:22.632" v="1752" actId="20577"/>
          <ac:spMkLst>
            <pc:docMk/>
            <pc:sldMk cId="0" sldId="256"/>
            <ac:spMk id="8" creationId="{00000000-0000-0000-0000-000000000000}"/>
          </ac:spMkLst>
        </pc:spChg>
        <pc:picChg chg="mod">
          <ac:chgData name="Jai Surya Midde" userId="01f64b7ce5fd1346" providerId="LiveId" clId="{6695C547-F7D8-474B-8BE4-5C2EED9F864B}" dt="2026-06-24T08:22:39.185" v="1636" actId="14100"/>
          <ac:picMkLst>
            <pc:docMk/>
            <pc:sldMk cId="0" sldId="256"/>
            <ac:picMk id="3" creationId="{00000000-0000-0000-0000-000000000000}"/>
          </ac:picMkLst>
        </pc:picChg>
      </pc:sldChg>
      <pc:sldChg chg="addSp delSp modSp mod">
        <pc:chgData name="Jai Surya Midde" userId="01f64b7ce5fd1346" providerId="LiveId" clId="{6695C547-F7D8-474B-8BE4-5C2EED9F864B}" dt="2026-06-24T15:03:48.508" v="2404" actId="1076"/>
        <pc:sldMkLst>
          <pc:docMk/>
          <pc:sldMk cId="0" sldId="257"/>
        </pc:sldMkLst>
        <pc:spChg chg="add mod">
          <ac:chgData name="Jai Surya Midde" userId="01f64b7ce5fd1346" providerId="LiveId" clId="{6695C547-F7D8-474B-8BE4-5C2EED9F864B}" dt="2026-06-23T18:12:01.279" v="549" actId="108"/>
          <ac:spMkLst>
            <pc:docMk/>
            <pc:sldMk cId="0" sldId="257"/>
            <ac:spMk id="2" creationId="{41050929-F0E0-96F6-17CE-AE23C9DA753A}"/>
          </ac:spMkLst>
        </pc:spChg>
        <pc:spChg chg="mod">
          <ac:chgData name="Jai Surya Midde" userId="01f64b7ce5fd1346" providerId="LiveId" clId="{6695C547-F7D8-474B-8BE4-5C2EED9F864B}" dt="2026-06-24T15:03:48.508" v="2404" actId="1076"/>
          <ac:spMkLst>
            <pc:docMk/>
            <pc:sldMk cId="0" sldId="257"/>
            <ac:spMk id="4" creationId="{00000000-0000-0000-0000-000000000000}"/>
          </ac:spMkLst>
        </pc:spChg>
        <pc:spChg chg="mod">
          <ac:chgData name="Jai Surya Midde" userId="01f64b7ce5fd1346" providerId="LiveId" clId="{6695C547-F7D8-474B-8BE4-5C2EED9F864B}" dt="2026-06-23T17:59:21.299" v="165" actId="20577"/>
          <ac:spMkLst>
            <pc:docMk/>
            <pc:sldMk cId="0" sldId="257"/>
            <ac:spMk id="6" creationId="{00000000-0000-0000-0000-000000000000}"/>
          </ac:spMkLst>
        </pc:spChg>
        <pc:spChg chg="mod">
          <ac:chgData name="Jai Surya Midde" userId="01f64b7ce5fd1346" providerId="LiveId" clId="{6695C547-F7D8-474B-8BE4-5C2EED9F864B}" dt="2026-06-23T17:59:05.330" v="164" actId="20577"/>
          <ac:spMkLst>
            <pc:docMk/>
            <pc:sldMk cId="0" sldId="257"/>
            <ac:spMk id="7" creationId="{00000000-0000-0000-0000-000000000000}"/>
          </ac:spMkLst>
        </pc:spChg>
        <pc:spChg chg="mod">
          <ac:chgData name="Jai Surya Midde" userId="01f64b7ce5fd1346" providerId="LiveId" clId="{6695C547-F7D8-474B-8BE4-5C2EED9F864B}" dt="2026-06-23T17:59:43.396" v="184" actId="20577"/>
          <ac:spMkLst>
            <pc:docMk/>
            <pc:sldMk cId="0" sldId="257"/>
            <ac:spMk id="9" creationId="{00000000-0000-0000-0000-000000000000}"/>
          </ac:spMkLst>
        </pc:spChg>
        <pc:spChg chg="mod">
          <ac:chgData name="Jai Surya Midde" userId="01f64b7ce5fd1346" providerId="LiveId" clId="{6695C547-F7D8-474B-8BE4-5C2EED9F864B}" dt="2026-06-23T17:59:47.552" v="185" actId="20577"/>
          <ac:spMkLst>
            <pc:docMk/>
            <pc:sldMk cId="0" sldId="257"/>
            <ac:spMk id="10" creationId="{00000000-0000-0000-0000-000000000000}"/>
          </ac:spMkLst>
        </pc:spChg>
        <pc:spChg chg="mod">
          <ac:chgData name="Jai Surya Midde" userId="01f64b7ce5fd1346" providerId="LiveId" clId="{6695C547-F7D8-474B-8BE4-5C2EED9F864B}" dt="2026-06-23T18:00:03.513" v="203" actId="20577"/>
          <ac:spMkLst>
            <pc:docMk/>
            <pc:sldMk cId="0" sldId="257"/>
            <ac:spMk id="12" creationId="{00000000-0000-0000-0000-000000000000}"/>
          </ac:spMkLst>
        </pc:spChg>
        <pc:spChg chg="mod">
          <ac:chgData name="Jai Surya Midde" userId="01f64b7ce5fd1346" providerId="LiveId" clId="{6695C547-F7D8-474B-8BE4-5C2EED9F864B}" dt="2026-06-23T18:00:14.461" v="324" actId="6549"/>
          <ac:spMkLst>
            <pc:docMk/>
            <pc:sldMk cId="0" sldId="257"/>
            <ac:spMk id="13" creationId="{00000000-0000-0000-0000-000000000000}"/>
          </ac:spMkLst>
        </pc:spChg>
        <pc:spChg chg="mod">
          <ac:chgData name="Jai Surya Midde" userId="01f64b7ce5fd1346" providerId="LiveId" clId="{6695C547-F7D8-474B-8BE4-5C2EED9F864B}" dt="2026-06-23T18:12:10.113" v="555" actId="20577"/>
          <ac:spMkLst>
            <pc:docMk/>
            <pc:sldMk cId="0" sldId="257"/>
            <ac:spMk id="14" creationId="{00000000-0000-0000-0000-000000000000}"/>
          </ac:spMkLst>
        </pc:spChg>
        <pc:spChg chg="add mod">
          <ac:chgData name="Jai Surya Midde" userId="01f64b7ce5fd1346" providerId="LiveId" clId="{6695C547-F7D8-474B-8BE4-5C2EED9F864B}" dt="2026-06-23T18:08:16.855" v="539" actId="1076"/>
          <ac:spMkLst>
            <pc:docMk/>
            <pc:sldMk cId="0" sldId="257"/>
            <ac:spMk id="15" creationId="{04533C37-37A8-B68E-9DD3-0C953113DC11}"/>
          </ac:spMkLst>
        </pc:spChg>
        <pc:spChg chg="add mod">
          <ac:chgData name="Jai Surya Midde" userId="01f64b7ce5fd1346" providerId="LiveId" clId="{6695C547-F7D8-474B-8BE4-5C2EED9F864B}" dt="2026-06-23T18:08:35.611" v="542" actId="1076"/>
          <ac:spMkLst>
            <pc:docMk/>
            <pc:sldMk cId="0" sldId="257"/>
            <ac:spMk id="17" creationId="{6097BD22-D3BB-51F2-9AF1-156EA0FBB71D}"/>
          </ac:spMkLst>
        </pc:spChg>
        <pc:spChg chg="add mod">
          <ac:chgData name="Jai Surya Midde" userId="01f64b7ce5fd1346" providerId="LiveId" clId="{6695C547-F7D8-474B-8BE4-5C2EED9F864B}" dt="2026-06-23T18:08:42.960" v="543" actId="1076"/>
          <ac:spMkLst>
            <pc:docMk/>
            <pc:sldMk cId="0" sldId="257"/>
            <ac:spMk id="19" creationId="{612F4998-8B24-F800-CDEA-010F0BA4C005}"/>
          </ac:spMkLst>
        </pc:spChg>
        <pc:spChg chg="add mod">
          <ac:chgData name="Jai Surya Midde" userId="01f64b7ce5fd1346" providerId="LiveId" clId="{6695C547-F7D8-474B-8BE4-5C2EED9F864B}" dt="2026-06-23T18:09:06.216" v="544" actId="1076"/>
          <ac:spMkLst>
            <pc:docMk/>
            <pc:sldMk cId="0" sldId="257"/>
            <ac:spMk id="21" creationId="{FDF3C272-DE10-D253-C055-A0AFEEBD973B}"/>
          </ac:spMkLst>
        </pc:spChg>
        <pc:spChg chg="add mod">
          <ac:chgData name="Jai Surya Midde" userId="01f64b7ce5fd1346" providerId="LiveId" clId="{6695C547-F7D8-474B-8BE4-5C2EED9F864B}" dt="2026-06-23T18:09:16.471" v="545" actId="1076"/>
          <ac:spMkLst>
            <pc:docMk/>
            <pc:sldMk cId="0" sldId="257"/>
            <ac:spMk id="23" creationId="{95A4F9B9-81A8-0F5B-245B-42B700EC656C}"/>
          </ac:spMkLst>
        </pc:spChg>
        <pc:spChg chg="add del">
          <ac:chgData name="Jai Surya Midde" userId="01f64b7ce5fd1346" providerId="LiveId" clId="{6695C547-F7D8-474B-8BE4-5C2EED9F864B}" dt="2026-06-23T18:38:26.937" v="713" actId="11529"/>
          <ac:spMkLst>
            <pc:docMk/>
            <pc:sldMk cId="0" sldId="257"/>
            <ac:spMk id="24" creationId="{02711473-78C0-3EFD-C93D-B55F77A26BDE}"/>
          </ac:spMkLst>
        </pc:spChg>
        <pc:spChg chg="add mod">
          <ac:chgData name="Jai Surya Midde" userId="01f64b7ce5fd1346" providerId="LiveId" clId="{6695C547-F7D8-474B-8BE4-5C2EED9F864B}" dt="2026-06-23T18:42:05.678" v="752" actId="14100"/>
          <ac:spMkLst>
            <pc:docMk/>
            <pc:sldMk cId="0" sldId="257"/>
            <ac:spMk id="25" creationId="{72864F00-3EB4-B112-2F62-9D1588FAB18B}"/>
          </ac:spMkLst>
        </pc:spChg>
        <pc:picChg chg="add del mod">
          <ac:chgData name="Jai Surya Midde" userId="01f64b7ce5fd1346" providerId="LiveId" clId="{6695C547-F7D8-474B-8BE4-5C2EED9F864B}" dt="2026-06-24T08:22:57.706" v="1639" actId="1036"/>
          <ac:picMkLst>
            <pc:docMk/>
            <pc:sldMk cId="0" sldId="257"/>
            <ac:picMk id="3" creationId="{00000000-0000-0000-0000-000000000000}"/>
          </ac:picMkLst>
        </pc:picChg>
        <pc:picChg chg="del">
          <ac:chgData name="Jai Surya Midde" userId="01f64b7ce5fd1346" providerId="LiveId" clId="{6695C547-F7D8-474B-8BE4-5C2EED9F864B}" dt="2026-06-23T17:59:23.461" v="166" actId="478"/>
          <ac:picMkLst>
            <pc:docMk/>
            <pc:sldMk cId="0" sldId="257"/>
            <ac:picMk id="5" creationId="{00000000-0000-0000-0000-000000000000}"/>
          </ac:picMkLst>
        </pc:picChg>
        <pc:picChg chg="del">
          <ac:chgData name="Jai Surya Midde" userId="01f64b7ce5fd1346" providerId="LiveId" clId="{6695C547-F7D8-474B-8BE4-5C2EED9F864B}" dt="2026-06-23T17:59:25.153" v="167" actId="478"/>
          <ac:picMkLst>
            <pc:docMk/>
            <pc:sldMk cId="0" sldId="257"/>
            <ac:picMk id="8" creationId="{00000000-0000-0000-0000-000000000000}"/>
          </ac:picMkLst>
        </pc:picChg>
        <pc:picChg chg="del">
          <ac:chgData name="Jai Surya Midde" userId="01f64b7ce5fd1346" providerId="LiveId" clId="{6695C547-F7D8-474B-8BE4-5C2EED9F864B}" dt="2026-06-23T18:00:04.832" v="204" actId="478"/>
          <ac:picMkLst>
            <pc:docMk/>
            <pc:sldMk cId="0" sldId="257"/>
            <ac:picMk id="11" creationId="{00000000-0000-0000-0000-000000000000}"/>
          </ac:picMkLst>
        </pc:picChg>
      </pc:sldChg>
      <pc:sldChg chg="modSp mod">
        <pc:chgData name="Jai Surya Midde" userId="01f64b7ce5fd1346" providerId="LiveId" clId="{6695C547-F7D8-474B-8BE4-5C2EED9F864B}" dt="2026-06-24T03:43:14.919" v="1033" actId="1076"/>
        <pc:sldMkLst>
          <pc:docMk/>
          <pc:sldMk cId="0" sldId="258"/>
        </pc:sldMkLst>
        <pc:spChg chg="mod">
          <ac:chgData name="Jai Surya Midde" userId="01f64b7ce5fd1346" providerId="LiveId" clId="{6695C547-F7D8-474B-8BE4-5C2EED9F864B}" dt="2026-06-24T03:43:14.919" v="1033" actId="1076"/>
          <ac:spMkLst>
            <pc:docMk/>
            <pc:sldMk cId="0" sldId="258"/>
            <ac:spMk id="14" creationId="{00000000-0000-0000-0000-000000000000}"/>
          </ac:spMkLst>
        </pc:spChg>
      </pc:sldChg>
      <pc:sldChg chg="modSp mod">
        <pc:chgData name="Jai Surya Midde" userId="01f64b7ce5fd1346" providerId="LiveId" clId="{6695C547-F7D8-474B-8BE4-5C2EED9F864B}" dt="2026-06-24T03:07:17.947" v="996" actId="20577"/>
        <pc:sldMkLst>
          <pc:docMk/>
          <pc:sldMk cId="0" sldId="259"/>
        </pc:sldMkLst>
        <pc:spChg chg="mod">
          <ac:chgData name="Jai Surya Midde" userId="01f64b7ce5fd1346" providerId="LiveId" clId="{6695C547-F7D8-474B-8BE4-5C2EED9F864B}" dt="2026-06-24T02:57:41.739" v="779" actId="20577"/>
          <ac:spMkLst>
            <pc:docMk/>
            <pc:sldMk cId="0" sldId="259"/>
            <ac:spMk id="22" creationId="{00000000-0000-0000-0000-000000000000}"/>
          </ac:spMkLst>
        </pc:spChg>
        <pc:spChg chg="mod">
          <ac:chgData name="Jai Surya Midde" userId="01f64b7ce5fd1346" providerId="LiveId" clId="{6695C547-F7D8-474B-8BE4-5C2EED9F864B}" dt="2026-06-24T03:07:17.947" v="996" actId="20577"/>
          <ac:spMkLst>
            <pc:docMk/>
            <pc:sldMk cId="0" sldId="259"/>
            <ac:spMk id="23" creationId="{00000000-0000-0000-0000-000000000000}"/>
          </ac:spMkLst>
        </pc:spChg>
        <pc:spChg chg="mod">
          <ac:chgData name="Jai Surya Midde" userId="01f64b7ce5fd1346" providerId="LiveId" clId="{6695C547-F7D8-474B-8BE4-5C2EED9F864B}" dt="2026-06-24T03:06:51.557" v="986" actId="1076"/>
          <ac:spMkLst>
            <pc:docMk/>
            <pc:sldMk cId="0" sldId="259"/>
            <ac:spMk id="26" creationId="{00000000-0000-0000-0000-000000000000}"/>
          </ac:spMkLst>
        </pc:spChg>
      </pc:sldChg>
      <pc:sldChg chg="addSp delSp modSp del mod">
        <pc:chgData name="Jai Surya Midde" userId="01f64b7ce5fd1346" providerId="LiveId" clId="{6695C547-F7D8-474B-8BE4-5C2EED9F864B}" dt="2026-06-24T03:41:01.690" v="1027" actId="2696"/>
        <pc:sldMkLst>
          <pc:docMk/>
          <pc:sldMk cId="0" sldId="260"/>
        </pc:sldMkLst>
        <pc:spChg chg="add mod">
          <ac:chgData name="Jai Surya Midde" userId="01f64b7ce5fd1346" providerId="LiveId" clId="{6695C547-F7D8-474B-8BE4-5C2EED9F864B}" dt="2026-06-24T03:28:47.843" v="1021" actId="1076"/>
          <ac:spMkLst>
            <pc:docMk/>
            <pc:sldMk cId="0" sldId="260"/>
            <ac:spMk id="2" creationId="{F01D8915-6467-4748-ECEE-92593B30D07C}"/>
          </ac:spMkLst>
        </pc:spChg>
        <pc:spChg chg="mod">
          <ac:chgData name="Jai Surya Midde" userId="01f64b7ce5fd1346" providerId="LiveId" clId="{6695C547-F7D8-474B-8BE4-5C2EED9F864B}" dt="2026-06-23T14:48:45.731" v="2" actId="20577"/>
          <ac:spMkLst>
            <pc:docMk/>
            <pc:sldMk cId="0" sldId="260"/>
            <ac:spMk id="14" creationId="{00000000-0000-0000-0000-000000000000}"/>
          </ac:spMkLst>
        </pc:spChg>
        <pc:picChg chg="mod">
          <ac:chgData name="Jai Surya Midde" userId="01f64b7ce5fd1346" providerId="LiveId" clId="{6695C547-F7D8-474B-8BE4-5C2EED9F864B}" dt="2026-06-24T02:55:54.708" v="755" actId="14100"/>
          <ac:picMkLst>
            <pc:docMk/>
            <pc:sldMk cId="0" sldId="260"/>
            <ac:picMk id="3" creationId="{00000000-0000-0000-0000-000000000000}"/>
          </ac:picMkLst>
        </pc:picChg>
        <pc:picChg chg="mod">
          <ac:chgData name="Jai Surya Midde" userId="01f64b7ce5fd1346" providerId="LiveId" clId="{6695C547-F7D8-474B-8BE4-5C2EED9F864B}" dt="2026-06-23T18:13:51.299" v="557" actId="14100"/>
          <ac:picMkLst>
            <pc:docMk/>
            <pc:sldMk cId="0" sldId="260"/>
            <ac:picMk id="25" creationId="{00000000-0000-0000-0000-000000000000}"/>
          </ac:picMkLst>
        </pc:picChg>
        <pc:picChg chg="add del mod">
          <ac:chgData name="Jai Surya Midde" userId="01f64b7ce5fd1346" providerId="LiveId" clId="{6695C547-F7D8-474B-8BE4-5C2EED9F864B}" dt="2026-06-24T03:40:01.006" v="1025" actId="22"/>
          <ac:picMkLst>
            <pc:docMk/>
            <pc:sldMk cId="0" sldId="260"/>
            <ac:picMk id="27" creationId="{6673A868-1677-D6A3-7AB3-32CAD87BA332}"/>
          </ac:picMkLst>
        </pc:picChg>
      </pc:sldChg>
      <pc:sldChg chg="addSp delSp modSp mod">
        <pc:chgData name="Jai Surya Midde" userId="01f64b7ce5fd1346" providerId="LiveId" clId="{6695C547-F7D8-474B-8BE4-5C2EED9F864B}" dt="2026-06-24T08:24:33.910" v="1664"/>
        <pc:sldMkLst>
          <pc:docMk/>
          <pc:sldMk cId="0" sldId="261"/>
        </pc:sldMkLst>
        <pc:spChg chg="add mod">
          <ac:chgData name="Jai Surya Midde" userId="01f64b7ce5fd1346" providerId="LiveId" clId="{6695C547-F7D8-474B-8BE4-5C2EED9F864B}" dt="2026-06-23T18:31:02.711" v="671" actId="1076"/>
          <ac:spMkLst>
            <pc:docMk/>
            <pc:sldMk cId="0" sldId="261"/>
            <ac:spMk id="2" creationId="{06C8B87F-09B2-FD46-1A3A-71E670DD9129}"/>
          </ac:spMkLst>
        </pc:spChg>
        <pc:spChg chg="mod">
          <ac:chgData name="Jai Surya Midde" userId="01f64b7ce5fd1346" providerId="LiveId" clId="{6695C547-F7D8-474B-8BE4-5C2EED9F864B}" dt="2026-06-23T18:37:04.234" v="710" actId="1076"/>
          <ac:spMkLst>
            <pc:docMk/>
            <pc:sldMk cId="0" sldId="261"/>
            <ac:spMk id="4" creationId="{00000000-0000-0000-0000-000000000000}"/>
          </ac:spMkLst>
        </pc:spChg>
        <pc:spChg chg="mod">
          <ac:chgData name="Jai Surya Midde" userId="01f64b7ce5fd1346" providerId="LiveId" clId="{6695C547-F7D8-474B-8BE4-5C2EED9F864B}" dt="2026-06-23T18:31:10.228" v="672" actId="1076"/>
          <ac:spMkLst>
            <pc:docMk/>
            <pc:sldMk cId="0" sldId="261"/>
            <ac:spMk id="5" creationId="{00000000-0000-0000-0000-000000000000}"/>
          </ac:spMkLst>
        </pc:spChg>
        <pc:spChg chg="mod">
          <ac:chgData name="Jai Surya Midde" userId="01f64b7ce5fd1346" providerId="LiveId" clId="{6695C547-F7D8-474B-8BE4-5C2EED9F864B}" dt="2026-06-23T18:31:34.298" v="673" actId="1076"/>
          <ac:spMkLst>
            <pc:docMk/>
            <pc:sldMk cId="0" sldId="261"/>
            <ac:spMk id="7" creationId="{00000000-0000-0000-0000-000000000000}"/>
          </ac:spMkLst>
        </pc:spChg>
        <pc:spChg chg="mod">
          <ac:chgData name="Jai Surya Midde" userId="01f64b7ce5fd1346" providerId="LiveId" clId="{6695C547-F7D8-474B-8BE4-5C2EED9F864B}" dt="2026-06-23T18:28:37.089" v="630" actId="20577"/>
          <ac:spMkLst>
            <pc:docMk/>
            <pc:sldMk cId="0" sldId="261"/>
            <ac:spMk id="9" creationId="{00000000-0000-0000-0000-000000000000}"/>
          </ac:spMkLst>
        </pc:spChg>
        <pc:spChg chg="mod">
          <ac:chgData name="Jai Surya Midde" userId="01f64b7ce5fd1346" providerId="LiveId" clId="{6695C547-F7D8-474B-8BE4-5C2EED9F864B}" dt="2026-06-23T18:25:21.692" v="604" actId="1076"/>
          <ac:spMkLst>
            <pc:docMk/>
            <pc:sldMk cId="0" sldId="261"/>
            <ac:spMk id="10" creationId="{00000000-0000-0000-0000-000000000000}"/>
          </ac:spMkLst>
        </pc:spChg>
        <pc:spChg chg="mod">
          <ac:chgData name="Jai Surya Midde" userId="01f64b7ce5fd1346" providerId="LiveId" clId="{6695C547-F7D8-474B-8BE4-5C2EED9F864B}" dt="2026-06-23T18:25:50.050" v="607" actId="1076"/>
          <ac:spMkLst>
            <pc:docMk/>
            <pc:sldMk cId="0" sldId="261"/>
            <ac:spMk id="12" creationId="{00000000-0000-0000-0000-000000000000}"/>
          </ac:spMkLst>
        </pc:spChg>
        <pc:spChg chg="mod">
          <ac:chgData name="Jai Surya Midde" userId="01f64b7ce5fd1346" providerId="LiveId" clId="{6695C547-F7D8-474B-8BE4-5C2EED9F864B}" dt="2026-06-23T18:26:31.153" v="610" actId="20577"/>
          <ac:spMkLst>
            <pc:docMk/>
            <pc:sldMk cId="0" sldId="261"/>
            <ac:spMk id="14" creationId="{00000000-0000-0000-0000-000000000000}"/>
          </ac:spMkLst>
        </pc:spChg>
        <pc:spChg chg="del mod">
          <ac:chgData name="Jai Surya Midde" userId="01f64b7ce5fd1346" providerId="LiveId" clId="{6695C547-F7D8-474B-8BE4-5C2EED9F864B}" dt="2026-06-24T07:59:18.326" v="1250" actId="478"/>
          <ac:spMkLst>
            <pc:docMk/>
            <pc:sldMk cId="0" sldId="261"/>
            <ac:spMk id="15" creationId="{00000000-0000-0000-0000-000000000000}"/>
          </ac:spMkLst>
        </pc:spChg>
        <pc:spChg chg="mod">
          <ac:chgData name="Jai Surya Midde" userId="01f64b7ce5fd1346" providerId="LiveId" clId="{6695C547-F7D8-474B-8BE4-5C2EED9F864B}" dt="2026-06-24T08:07:16.817" v="1511" actId="1076"/>
          <ac:spMkLst>
            <pc:docMk/>
            <pc:sldMk cId="0" sldId="261"/>
            <ac:spMk id="17" creationId="{00000000-0000-0000-0000-000000000000}"/>
          </ac:spMkLst>
        </pc:spChg>
        <pc:spChg chg="mod">
          <ac:chgData name="Jai Surya Midde" userId="01f64b7ce5fd1346" providerId="LiveId" clId="{6695C547-F7D8-474B-8BE4-5C2EED9F864B}" dt="2026-06-24T08:07:20.232" v="1512" actId="1076"/>
          <ac:spMkLst>
            <pc:docMk/>
            <pc:sldMk cId="0" sldId="261"/>
            <ac:spMk id="18" creationId="{00000000-0000-0000-0000-000000000000}"/>
          </ac:spMkLst>
        </pc:spChg>
        <pc:spChg chg="add mod">
          <ac:chgData name="Jai Surya Midde" userId="01f64b7ce5fd1346" providerId="LiveId" clId="{6695C547-F7D8-474B-8BE4-5C2EED9F864B}" dt="2026-06-23T18:35:28.945" v="701" actId="1076"/>
          <ac:spMkLst>
            <pc:docMk/>
            <pc:sldMk cId="0" sldId="261"/>
            <ac:spMk id="19" creationId="{D4F8BF0E-F1FC-42B8-2839-82EBBD27BEF7}"/>
          </ac:spMkLst>
        </pc:spChg>
        <pc:spChg chg="add mod">
          <ac:chgData name="Jai Surya Midde" userId="01f64b7ce5fd1346" providerId="LiveId" clId="{6695C547-F7D8-474B-8BE4-5C2EED9F864B}" dt="2026-06-23T18:35:18.863" v="700" actId="1076"/>
          <ac:spMkLst>
            <pc:docMk/>
            <pc:sldMk cId="0" sldId="261"/>
            <ac:spMk id="20" creationId="{76BE984B-1793-3776-FC2A-DC32BB781AC9}"/>
          </ac:spMkLst>
        </pc:spChg>
        <pc:spChg chg="add mod">
          <ac:chgData name="Jai Surya Midde" userId="01f64b7ce5fd1346" providerId="LiveId" clId="{6695C547-F7D8-474B-8BE4-5C2EED9F864B}" dt="2026-06-24T08:24:00.488" v="1644" actId="108"/>
          <ac:spMkLst>
            <pc:docMk/>
            <pc:sldMk cId="0" sldId="261"/>
            <ac:spMk id="21" creationId="{48DA9BFF-BD15-919C-6709-D3608C237DE0}"/>
          </ac:spMkLst>
        </pc:spChg>
        <pc:spChg chg="add del">
          <ac:chgData name="Jai Surya Midde" userId="01f64b7ce5fd1346" providerId="LiveId" clId="{6695C547-F7D8-474B-8BE4-5C2EED9F864B}" dt="2026-06-24T07:42:26.169" v="1238" actId="22"/>
          <ac:spMkLst>
            <pc:docMk/>
            <pc:sldMk cId="0" sldId="261"/>
            <ac:spMk id="25" creationId="{6FA7D700-92C4-89F6-B7FF-2487A56632BA}"/>
          </ac:spMkLst>
        </pc:spChg>
        <pc:spChg chg="add mod">
          <ac:chgData name="Jai Surya Midde" userId="01f64b7ce5fd1346" providerId="LiveId" clId="{6695C547-F7D8-474B-8BE4-5C2EED9F864B}" dt="2026-06-24T08:24:33.910" v="1664"/>
          <ac:spMkLst>
            <pc:docMk/>
            <pc:sldMk cId="0" sldId="261"/>
            <ac:spMk id="26" creationId="{125075E6-A520-730A-20B2-14A0D0D41C8A}"/>
          </ac:spMkLst>
        </pc:spChg>
        <pc:spChg chg="add mod">
          <ac:chgData name="Jai Surya Midde" userId="01f64b7ce5fd1346" providerId="LiveId" clId="{6695C547-F7D8-474B-8BE4-5C2EED9F864B}" dt="2026-06-24T08:23:41.489" v="1642" actId="108"/>
          <ac:spMkLst>
            <pc:docMk/>
            <pc:sldMk cId="0" sldId="261"/>
            <ac:spMk id="27" creationId="{B6809212-01D2-1C96-1CA7-4B9AC8D6CBFA}"/>
          </ac:spMkLst>
        </pc:spChg>
        <pc:spChg chg="add del">
          <ac:chgData name="Jai Surya Midde" userId="01f64b7ce5fd1346" providerId="LiveId" clId="{6695C547-F7D8-474B-8BE4-5C2EED9F864B}" dt="2026-06-24T08:21:08.371" v="1631" actId="22"/>
          <ac:spMkLst>
            <pc:docMk/>
            <pc:sldMk cId="0" sldId="261"/>
            <ac:spMk id="32" creationId="{DF52B808-E0D0-523F-2255-4949F2E1759A}"/>
          </ac:spMkLst>
        </pc:spChg>
        <pc:picChg chg="mod">
          <ac:chgData name="Jai Surya Midde" userId="01f64b7ce5fd1346" providerId="LiveId" clId="{6695C547-F7D8-474B-8BE4-5C2EED9F864B}" dt="2026-06-24T08:07:12.236" v="1510" actId="1076"/>
          <ac:picMkLst>
            <pc:docMk/>
            <pc:sldMk cId="0" sldId="261"/>
            <ac:picMk id="3" creationId="{00000000-0000-0000-0000-000000000000}"/>
          </ac:picMkLst>
        </pc:picChg>
        <pc:picChg chg="mod">
          <ac:chgData name="Jai Surya Midde" userId="01f64b7ce5fd1346" providerId="LiveId" clId="{6695C547-F7D8-474B-8BE4-5C2EED9F864B}" dt="2026-06-23T18:21:56.856" v="565" actId="1076"/>
          <ac:picMkLst>
            <pc:docMk/>
            <pc:sldMk cId="0" sldId="261"/>
            <ac:picMk id="6" creationId="{00000000-0000-0000-0000-000000000000}"/>
          </ac:picMkLst>
        </pc:picChg>
        <pc:picChg chg="mod">
          <ac:chgData name="Jai Surya Midde" userId="01f64b7ce5fd1346" providerId="LiveId" clId="{6695C547-F7D8-474B-8BE4-5C2EED9F864B}" dt="2026-06-23T18:28:07.978" v="620" actId="1076"/>
          <ac:picMkLst>
            <pc:docMk/>
            <pc:sldMk cId="0" sldId="261"/>
            <ac:picMk id="8" creationId="{00000000-0000-0000-0000-000000000000}"/>
          </ac:picMkLst>
        </pc:picChg>
        <pc:picChg chg="mod">
          <ac:chgData name="Jai Surya Midde" userId="01f64b7ce5fd1346" providerId="LiveId" clId="{6695C547-F7D8-474B-8BE4-5C2EED9F864B}" dt="2026-06-23T18:36:06.704" v="705" actId="1076"/>
          <ac:picMkLst>
            <pc:docMk/>
            <pc:sldMk cId="0" sldId="261"/>
            <ac:picMk id="11" creationId="{00000000-0000-0000-0000-000000000000}"/>
          </ac:picMkLst>
        </pc:picChg>
        <pc:picChg chg="mod">
          <ac:chgData name="Jai Surya Midde" userId="01f64b7ce5fd1346" providerId="LiveId" clId="{6695C547-F7D8-474B-8BE4-5C2EED9F864B}" dt="2026-06-23T18:26:38.376" v="611" actId="1076"/>
          <ac:picMkLst>
            <pc:docMk/>
            <pc:sldMk cId="0" sldId="261"/>
            <ac:picMk id="13" creationId="{00000000-0000-0000-0000-000000000000}"/>
          </ac:picMkLst>
        </pc:picChg>
        <pc:picChg chg="add mod">
          <ac:chgData name="Jai Surya Midde" userId="01f64b7ce5fd1346" providerId="LiveId" clId="{6695C547-F7D8-474B-8BE4-5C2EED9F864B}" dt="2026-06-23T18:36:20.091" v="706" actId="1076"/>
          <ac:picMkLst>
            <pc:docMk/>
            <pc:sldMk cId="0" sldId="261"/>
            <ac:picMk id="22" creationId="{759E6DFA-DB30-8471-B177-37AA2920021F}"/>
          </ac:picMkLst>
        </pc:picChg>
        <pc:picChg chg="add mod">
          <ac:chgData name="Jai Surya Midde" userId="01f64b7ce5fd1346" providerId="LiveId" clId="{6695C547-F7D8-474B-8BE4-5C2EED9F864B}" dt="2026-06-23T18:36:32.943" v="708" actId="1076"/>
          <ac:picMkLst>
            <pc:docMk/>
            <pc:sldMk cId="0" sldId="261"/>
            <ac:picMk id="24" creationId="{B9DF160F-7DE3-F7D6-980F-F72FB17481BA}"/>
          </ac:picMkLst>
        </pc:picChg>
        <pc:cxnChg chg="add mod">
          <ac:chgData name="Jai Surya Midde" userId="01f64b7ce5fd1346" providerId="LiveId" clId="{6695C547-F7D8-474B-8BE4-5C2EED9F864B}" dt="2026-06-24T08:09:00.485" v="1520" actId="208"/>
          <ac:cxnSpMkLst>
            <pc:docMk/>
            <pc:sldMk cId="0" sldId="261"/>
            <ac:cxnSpMk id="29" creationId="{2419B494-D925-F333-CA17-D28E89A96747}"/>
          </ac:cxnSpMkLst>
        </pc:cxnChg>
        <pc:cxnChg chg="add mod">
          <ac:chgData name="Jai Surya Midde" userId="01f64b7ce5fd1346" providerId="LiveId" clId="{6695C547-F7D8-474B-8BE4-5C2EED9F864B}" dt="2026-06-24T08:09:13.242" v="1521" actId="1076"/>
          <ac:cxnSpMkLst>
            <pc:docMk/>
            <pc:sldMk cId="0" sldId="261"/>
            <ac:cxnSpMk id="30" creationId="{7F86F35E-2A57-E27F-48FA-4C71AA3C587E}"/>
          </ac:cxnSpMkLst>
        </pc:cxnChg>
      </pc:sldChg>
      <pc:sldChg chg="del">
        <pc:chgData name="Jai Surya Midde" userId="01f64b7ce5fd1346" providerId="LiveId" clId="{6695C547-F7D8-474B-8BE4-5C2EED9F864B}" dt="2026-06-24T09:34:22.302" v="1755" actId="2696"/>
        <pc:sldMkLst>
          <pc:docMk/>
          <pc:sldMk cId="0" sldId="262"/>
        </pc:sldMkLst>
      </pc:sldChg>
      <pc:sldChg chg="del">
        <pc:chgData name="Jai Surya Midde" userId="01f64b7ce5fd1346" providerId="LiveId" clId="{6695C547-F7D8-474B-8BE4-5C2EED9F864B}" dt="2026-06-24T03:41:41.799" v="1029" actId="2696"/>
        <pc:sldMkLst>
          <pc:docMk/>
          <pc:sldMk cId="0" sldId="263"/>
        </pc:sldMkLst>
      </pc:sldChg>
      <pc:sldChg chg="modSp mod">
        <pc:chgData name="Jai Surya Midde" userId="01f64b7ce5fd1346" providerId="LiveId" clId="{6695C547-F7D8-474B-8BE4-5C2EED9F864B}" dt="2026-06-24T08:30:13.064" v="1676" actId="1035"/>
        <pc:sldMkLst>
          <pc:docMk/>
          <pc:sldMk cId="0" sldId="264"/>
        </pc:sldMkLst>
        <pc:spChg chg="mod">
          <ac:chgData name="Jai Surya Midde" userId="01f64b7ce5fd1346" providerId="LiveId" clId="{6695C547-F7D8-474B-8BE4-5C2EED9F864B}" dt="2026-06-24T08:30:05.766" v="1675" actId="27107"/>
          <ac:spMkLst>
            <pc:docMk/>
            <pc:sldMk cId="0" sldId="264"/>
            <ac:spMk id="23" creationId="{00000000-0000-0000-0000-000000000000}"/>
          </ac:spMkLst>
        </pc:spChg>
        <pc:picChg chg="mod">
          <ac:chgData name="Jai Surya Midde" userId="01f64b7ce5fd1346" providerId="LiveId" clId="{6695C547-F7D8-474B-8BE4-5C2EED9F864B}" dt="2026-06-24T08:30:13.064" v="1676" actId="1035"/>
          <ac:picMkLst>
            <pc:docMk/>
            <pc:sldMk cId="0" sldId="264"/>
            <ac:picMk id="3" creationId="{00000000-0000-0000-0000-000000000000}"/>
          </ac:picMkLst>
        </pc:picChg>
      </pc:sldChg>
      <pc:sldChg chg="modSp del mod">
        <pc:chgData name="Jai Surya Midde" userId="01f64b7ce5fd1346" providerId="LiveId" clId="{6695C547-F7D8-474B-8BE4-5C2EED9F864B}" dt="2026-06-24T03:42:10.910" v="1031" actId="2696"/>
        <pc:sldMkLst>
          <pc:docMk/>
          <pc:sldMk cId="0" sldId="265"/>
        </pc:sldMkLst>
        <pc:spChg chg="mod">
          <ac:chgData name="Jai Surya Midde" userId="01f64b7ce5fd1346" providerId="LiveId" clId="{6695C547-F7D8-474B-8BE4-5C2EED9F864B}" dt="2026-06-23T14:52:29.855" v="5" actId="20577"/>
          <ac:spMkLst>
            <pc:docMk/>
            <pc:sldMk cId="0" sldId="265"/>
            <ac:spMk id="18" creationId="{00000000-0000-0000-0000-000000000000}"/>
          </ac:spMkLst>
        </pc:spChg>
        <pc:spChg chg="mod">
          <ac:chgData name="Jai Surya Midde" userId="01f64b7ce5fd1346" providerId="LiveId" clId="{6695C547-F7D8-474B-8BE4-5C2EED9F864B}" dt="2026-06-23T14:52:36.954" v="7" actId="20577"/>
          <ac:spMkLst>
            <pc:docMk/>
            <pc:sldMk cId="0" sldId="265"/>
            <ac:spMk id="21" creationId="{00000000-0000-0000-0000-000000000000}"/>
          </ac:spMkLst>
        </pc:spChg>
      </pc:sldChg>
      <pc:sldChg chg="addSp delSp modSp mod">
        <pc:chgData name="Jai Surya Midde" userId="01f64b7ce5fd1346" providerId="LiveId" clId="{6695C547-F7D8-474B-8BE4-5C2EED9F864B}" dt="2026-06-24T16:45:13.436" v="2574" actId="20577"/>
        <pc:sldMkLst>
          <pc:docMk/>
          <pc:sldMk cId="0" sldId="266"/>
        </pc:sldMkLst>
        <pc:spChg chg="mod">
          <ac:chgData name="Jai Surya Midde" userId="01f64b7ce5fd1346" providerId="LiveId" clId="{6695C547-F7D8-474B-8BE4-5C2EED9F864B}" dt="2026-06-24T14:57:00.839" v="2340" actId="1076"/>
          <ac:spMkLst>
            <pc:docMk/>
            <pc:sldMk cId="0" sldId="266"/>
            <ac:spMk id="4" creationId="{00000000-0000-0000-0000-000000000000}"/>
          </ac:spMkLst>
        </pc:spChg>
        <pc:spChg chg="mod">
          <ac:chgData name="Jai Surya Midde" userId="01f64b7ce5fd1346" providerId="LiveId" clId="{6695C547-F7D8-474B-8BE4-5C2EED9F864B}" dt="2026-06-24T14:50:02.503" v="2312" actId="1076"/>
          <ac:spMkLst>
            <pc:docMk/>
            <pc:sldMk cId="0" sldId="266"/>
            <ac:spMk id="5" creationId="{00000000-0000-0000-0000-000000000000}"/>
          </ac:spMkLst>
        </pc:spChg>
        <pc:spChg chg="mod">
          <ac:chgData name="Jai Surya Midde" userId="01f64b7ce5fd1346" providerId="LiveId" clId="{6695C547-F7D8-474B-8BE4-5C2EED9F864B}" dt="2026-06-24T14:50:09.032" v="2313" actId="1076"/>
          <ac:spMkLst>
            <pc:docMk/>
            <pc:sldMk cId="0" sldId="266"/>
            <ac:spMk id="6" creationId="{00000000-0000-0000-0000-000000000000}"/>
          </ac:spMkLst>
        </pc:spChg>
        <pc:spChg chg="mod">
          <ac:chgData name="Jai Surya Midde" userId="01f64b7ce5fd1346" providerId="LiveId" clId="{6695C547-F7D8-474B-8BE4-5C2EED9F864B}" dt="2026-06-24T14:54:28.388" v="2325" actId="1076"/>
          <ac:spMkLst>
            <pc:docMk/>
            <pc:sldMk cId="0" sldId="266"/>
            <ac:spMk id="7" creationId="{00000000-0000-0000-0000-000000000000}"/>
          </ac:spMkLst>
        </pc:spChg>
        <pc:spChg chg="mod">
          <ac:chgData name="Jai Surya Midde" userId="01f64b7ce5fd1346" providerId="LiveId" clId="{6695C547-F7D8-474B-8BE4-5C2EED9F864B}" dt="2026-06-24T14:54:44.799" v="2326" actId="1076"/>
          <ac:spMkLst>
            <pc:docMk/>
            <pc:sldMk cId="0" sldId="266"/>
            <ac:spMk id="9" creationId="{00000000-0000-0000-0000-000000000000}"/>
          </ac:spMkLst>
        </pc:spChg>
        <pc:spChg chg="mod">
          <ac:chgData name="Jai Surya Midde" userId="01f64b7ce5fd1346" providerId="LiveId" clId="{6695C547-F7D8-474B-8BE4-5C2EED9F864B}" dt="2026-06-24T14:54:59.970" v="2328" actId="1076"/>
          <ac:spMkLst>
            <pc:docMk/>
            <pc:sldMk cId="0" sldId="266"/>
            <ac:spMk id="10" creationId="{00000000-0000-0000-0000-000000000000}"/>
          </ac:spMkLst>
        </pc:spChg>
        <pc:spChg chg="mod">
          <ac:chgData name="Jai Surya Midde" userId="01f64b7ce5fd1346" providerId="LiveId" clId="{6695C547-F7D8-474B-8BE4-5C2EED9F864B}" dt="2026-06-24T14:55:10.069" v="2329" actId="1076"/>
          <ac:spMkLst>
            <pc:docMk/>
            <pc:sldMk cId="0" sldId="266"/>
            <ac:spMk id="11" creationId="{00000000-0000-0000-0000-000000000000}"/>
          </ac:spMkLst>
        </pc:spChg>
        <pc:spChg chg="mod">
          <ac:chgData name="Jai Surya Midde" userId="01f64b7ce5fd1346" providerId="LiveId" clId="{6695C547-F7D8-474B-8BE4-5C2EED9F864B}" dt="2026-06-24T14:55:19.516" v="2330" actId="1076"/>
          <ac:spMkLst>
            <pc:docMk/>
            <pc:sldMk cId="0" sldId="266"/>
            <ac:spMk id="13" creationId="{00000000-0000-0000-0000-000000000000}"/>
          </ac:spMkLst>
        </pc:spChg>
        <pc:spChg chg="mod">
          <ac:chgData name="Jai Surya Midde" userId="01f64b7ce5fd1346" providerId="LiveId" clId="{6695C547-F7D8-474B-8BE4-5C2EED9F864B}" dt="2026-06-24T14:55:46.287" v="2332" actId="1076"/>
          <ac:spMkLst>
            <pc:docMk/>
            <pc:sldMk cId="0" sldId="266"/>
            <ac:spMk id="14" creationId="{00000000-0000-0000-0000-000000000000}"/>
          </ac:spMkLst>
        </pc:spChg>
        <pc:spChg chg="mod">
          <ac:chgData name="Jai Surya Midde" userId="01f64b7ce5fd1346" providerId="LiveId" clId="{6695C547-F7D8-474B-8BE4-5C2EED9F864B}" dt="2026-06-24T14:55:51.961" v="2333" actId="1076"/>
          <ac:spMkLst>
            <pc:docMk/>
            <pc:sldMk cId="0" sldId="266"/>
            <ac:spMk id="15" creationId="{00000000-0000-0000-0000-000000000000}"/>
          </ac:spMkLst>
        </pc:spChg>
        <pc:spChg chg="mod">
          <ac:chgData name="Jai Surya Midde" userId="01f64b7ce5fd1346" providerId="LiveId" clId="{6695C547-F7D8-474B-8BE4-5C2EED9F864B}" dt="2026-06-24T14:55:58.799" v="2334" actId="1076"/>
          <ac:spMkLst>
            <pc:docMk/>
            <pc:sldMk cId="0" sldId="266"/>
            <ac:spMk id="17" creationId="{00000000-0000-0000-0000-000000000000}"/>
          </ac:spMkLst>
        </pc:spChg>
        <pc:spChg chg="mod">
          <ac:chgData name="Jai Surya Midde" userId="01f64b7ce5fd1346" providerId="LiveId" clId="{6695C547-F7D8-474B-8BE4-5C2EED9F864B}" dt="2026-06-24T14:56:02.403" v="2335" actId="1076"/>
          <ac:spMkLst>
            <pc:docMk/>
            <pc:sldMk cId="0" sldId="266"/>
            <ac:spMk id="18" creationId="{00000000-0000-0000-0000-000000000000}"/>
          </ac:spMkLst>
        </pc:spChg>
        <pc:spChg chg="mod">
          <ac:chgData name="Jai Surya Midde" userId="01f64b7ce5fd1346" providerId="LiveId" clId="{6695C547-F7D8-474B-8BE4-5C2EED9F864B}" dt="2026-06-24T14:56:07.346" v="2336" actId="1076"/>
          <ac:spMkLst>
            <pc:docMk/>
            <pc:sldMk cId="0" sldId="266"/>
            <ac:spMk id="19" creationId="{00000000-0000-0000-0000-000000000000}"/>
          </ac:spMkLst>
        </pc:spChg>
        <pc:spChg chg="add mod">
          <ac:chgData name="Jai Surya Midde" userId="01f64b7ce5fd1346" providerId="LiveId" clId="{6695C547-F7D8-474B-8BE4-5C2EED9F864B}" dt="2026-06-24T15:18:35.156" v="2557" actId="1076"/>
          <ac:spMkLst>
            <pc:docMk/>
            <pc:sldMk cId="0" sldId="266"/>
            <ac:spMk id="23" creationId="{F9420771-8FA8-3CE6-4BFC-EC37B4CB7439}"/>
          </ac:spMkLst>
        </pc:spChg>
        <pc:spChg chg="add del mod">
          <ac:chgData name="Jai Surya Midde" userId="01f64b7ce5fd1346" providerId="LiveId" clId="{6695C547-F7D8-474B-8BE4-5C2EED9F864B}" dt="2026-06-24T14:45:34.930" v="2157" actId="22"/>
          <ac:spMkLst>
            <pc:docMk/>
            <pc:sldMk cId="0" sldId="266"/>
            <ac:spMk id="25" creationId="{D33D3EA1-0505-25C7-64C3-DEEC8DA4C38E}"/>
          </ac:spMkLst>
        </pc:spChg>
        <pc:spChg chg="add mod">
          <ac:chgData name="Jai Surya Midde" userId="01f64b7ce5fd1346" providerId="LiveId" clId="{6695C547-F7D8-474B-8BE4-5C2EED9F864B}" dt="2026-06-24T16:45:13.436" v="2574" actId="20577"/>
          <ac:spMkLst>
            <pc:docMk/>
            <pc:sldMk cId="0" sldId="266"/>
            <ac:spMk id="27" creationId="{185169A4-C7D2-79B0-2E8F-F8DEA8B5054F}"/>
          </ac:spMkLst>
        </pc:spChg>
        <pc:picChg chg="mod">
          <ac:chgData name="Jai Surya Midde" userId="01f64b7ce5fd1346" providerId="LiveId" clId="{6695C547-F7D8-474B-8BE4-5C2EED9F864B}" dt="2026-06-24T14:54:49.590" v="2327" actId="1076"/>
          <ac:picMkLst>
            <pc:docMk/>
            <pc:sldMk cId="0" sldId="266"/>
            <ac:picMk id="8" creationId="{00000000-0000-0000-0000-000000000000}"/>
          </ac:picMkLst>
        </pc:picChg>
        <pc:picChg chg="mod">
          <ac:chgData name="Jai Surya Midde" userId="01f64b7ce5fd1346" providerId="LiveId" clId="{6695C547-F7D8-474B-8BE4-5C2EED9F864B}" dt="2026-06-24T14:55:35.105" v="2331" actId="1076"/>
          <ac:picMkLst>
            <pc:docMk/>
            <pc:sldMk cId="0" sldId="266"/>
            <ac:picMk id="12" creationId="{00000000-0000-0000-0000-000000000000}"/>
          </ac:picMkLst>
        </pc:picChg>
        <pc:picChg chg="mod">
          <ac:chgData name="Jai Surya Midde" userId="01f64b7ce5fd1346" providerId="LiveId" clId="{6695C547-F7D8-474B-8BE4-5C2EED9F864B}" dt="2026-06-24T14:56:12.453" v="2337" actId="1076"/>
          <ac:picMkLst>
            <pc:docMk/>
            <pc:sldMk cId="0" sldId="266"/>
            <ac:picMk id="16" creationId="{00000000-0000-0000-0000-000000000000}"/>
          </ac:picMkLst>
        </pc:picChg>
      </pc:sldChg>
      <pc:sldChg chg="delSp modSp mod">
        <pc:chgData name="Jai Surya Midde" userId="01f64b7ce5fd1346" providerId="LiveId" clId="{6695C547-F7D8-474B-8BE4-5C2EED9F864B}" dt="2026-06-24T14:59:32.202" v="2402" actId="20577"/>
        <pc:sldMkLst>
          <pc:docMk/>
          <pc:sldMk cId="0" sldId="267"/>
        </pc:sldMkLst>
        <pc:spChg chg="mod">
          <ac:chgData name="Jai Surya Midde" userId="01f64b7ce5fd1346" providerId="LiveId" clId="{6695C547-F7D8-474B-8BE4-5C2EED9F864B}" dt="2026-06-24T14:58:51.113" v="2393" actId="1076"/>
          <ac:spMkLst>
            <pc:docMk/>
            <pc:sldMk cId="0" sldId="267"/>
            <ac:spMk id="6" creationId="{00000000-0000-0000-0000-000000000000}"/>
          </ac:spMkLst>
        </pc:spChg>
        <pc:spChg chg="mod">
          <ac:chgData name="Jai Surya Midde" userId="01f64b7ce5fd1346" providerId="LiveId" clId="{6695C547-F7D8-474B-8BE4-5C2EED9F864B}" dt="2026-06-24T14:59:32.202" v="2402" actId="20577"/>
          <ac:spMkLst>
            <pc:docMk/>
            <pc:sldMk cId="0" sldId="267"/>
            <ac:spMk id="7" creationId="{00000000-0000-0000-0000-000000000000}"/>
          </ac:spMkLst>
        </pc:spChg>
        <pc:spChg chg="del mod">
          <ac:chgData name="Jai Surya Midde" userId="01f64b7ce5fd1346" providerId="LiveId" clId="{6695C547-F7D8-474B-8BE4-5C2EED9F864B}" dt="2026-06-24T14:58:00.354" v="2341" actId="478"/>
          <ac:spMkLst>
            <pc:docMk/>
            <pc:sldMk cId="0" sldId="267"/>
            <ac:spMk id="8" creationId="{00000000-0000-0000-0000-000000000000}"/>
          </ac:spMkLst>
        </pc:spChg>
        <pc:picChg chg="mod">
          <ac:chgData name="Jai Surya Midde" userId="01f64b7ce5fd1346" providerId="LiveId" clId="{6695C547-F7D8-474B-8BE4-5C2EED9F864B}" dt="2026-06-24T14:58:14.499" v="2344" actId="1076"/>
          <ac:picMkLst>
            <pc:docMk/>
            <pc:sldMk cId="0" sldId="267"/>
            <ac:picMk id="3" creationId="{00000000-0000-0000-0000-000000000000}"/>
          </ac:picMkLst>
        </pc:picChg>
      </pc:sldChg>
      <pc:sldChg chg="add ord">
        <pc:chgData name="Jai Surya Midde" userId="01f64b7ce5fd1346" providerId="LiveId" clId="{6695C547-F7D8-474B-8BE4-5C2EED9F864B}" dt="2026-06-24T14:39:13.934" v="2109"/>
        <pc:sldMkLst>
          <pc:docMk/>
          <pc:sldMk cId="0" sldId="268"/>
        </pc:sldMkLst>
      </pc:sldChg>
      <pc:sldChg chg="modSp add del mod">
        <pc:chgData name="Jai Surya Midde" userId="01f64b7ce5fd1346" providerId="LiveId" clId="{6695C547-F7D8-474B-8BE4-5C2EED9F864B}" dt="2026-06-24T09:34:32.722" v="1758" actId="2696"/>
        <pc:sldMkLst>
          <pc:docMk/>
          <pc:sldMk cId="0" sldId="269"/>
        </pc:sldMkLst>
        <pc:spChg chg="mod">
          <ac:chgData name="Jai Surya Midde" userId="01f64b7ce5fd1346" providerId="LiveId" clId="{6695C547-F7D8-474B-8BE4-5C2EED9F864B}" dt="2026-06-24T08:13:25.513" v="1591" actId="20577"/>
          <ac:spMkLst>
            <pc:docMk/>
            <pc:sldMk cId="0" sldId="269"/>
            <ac:spMk id="4" creationId="{00000000-0000-0000-0000-000000000000}"/>
          </ac:spMkLst>
        </pc:spChg>
        <pc:spChg chg="mod">
          <ac:chgData name="Jai Surya Midde" userId="01f64b7ce5fd1346" providerId="LiveId" clId="{6695C547-F7D8-474B-8BE4-5C2EED9F864B}" dt="2026-06-24T08:14:27.688" v="1628" actId="108"/>
          <ac:spMkLst>
            <pc:docMk/>
            <pc:sldMk cId="0" sldId="269"/>
            <ac:spMk id="14" creationId="{00000000-0000-0000-0000-000000000000}"/>
          </ac:spMkLst>
        </pc:spChg>
      </pc:sldChg>
      <pc:sldChg chg="addSp delSp modSp add del mod">
        <pc:chgData name="Jai Surya Midde" userId="01f64b7ce5fd1346" providerId="LiveId" clId="{6695C547-F7D8-474B-8BE4-5C2EED9F864B}" dt="2026-06-24T14:38:35.301" v="2107" actId="2696"/>
        <pc:sldMkLst>
          <pc:docMk/>
          <pc:sldMk cId="0" sldId="270"/>
        </pc:sldMkLst>
        <pc:spChg chg="mod">
          <ac:chgData name="Jai Surya Midde" userId="01f64b7ce5fd1346" providerId="LiveId" clId="{6695C547-F7D8-474B-8BE4-5C2EED9F864B}" dt="2026-06-24T14:18:47.181" v="1785" actId="1076"/>
          <ac:spMkLst>
            <pc:docMk/>
            <pc:sldMk cId="0" sldId="270"/>
            <ac:spMk id="4" creationId="{00000000-0000-0000-0000-000000000000}"/>
          </ac:spMkLst>
        </pc:spChg>
        <pc:spChg chg="mod">
          <ac:chgData name="Jai Surya Midde" userId="01f64b7ce5fd1346" providerId="LiveId" clId="{6695C547-F7D8-474B-8BE4-5C2EED9F864B}" dt="2026-06-24T14:19:09.821" v="1786" actId="1076"/>
          <ac:spMkLst>
            <pc:docMk/>
            <pc:sldMk cId="0" sldId="270"/>
            <ac:spMk id="6" creationId="{00000000-0000-0000-0000-000000000000}"/>
          </ac:spMkLst>
        </pc:spChg>
        <pc:spChg chg="mod">
          <ac:chgData name="Jai Surya Midde" userId="01f64b7ce5fd1346" providerId="LiveId" clId="{6695C547-F7D8-474B-8BE4-5C2EED9F864B}" dt="2026-06-24T14:19:19.391" v="1787" actId="1076"/>
          <ac:spMkLst>
            <pc:docMk/>
            <pc:sldMk cId="0" sldId="270"/>
            <ac:spMk id="7" creationId="{00000000-0000-0000-0000-000000000000}"/>
          </ac:spMkLst>
        </pc:spChg>
        <pc:spChg chg="mod">
          <ac:chgData name="Jai Surya Midde" userId="01f64b7ce5fd1346" providerId="LiveId" clId="{6695C547-F7D8-474B-8BE4-5C2EED9F864B}" dt="2026-06-24T14:19:41.760" v="1789" actId="1076"/>
          <ac:spMkLst>
            <pc:docMk/>
            <pc:sldMk cId="0" sldId="270"/>
            <ac:spMk id="9" creationId="{00000000-0000-0000-0000-000000000000}"/>
          </ac:spMkLst>
        </pc:spChg>
        <pc:spChg chg="mod">
          <ac:chgData name="Jai Surya Midde" userId="01f64b7ce5fd1346" providerId="LiveId" clId="{6695C547-F7D8-474B-8BE4-5C2EED9F864B}" dt="2026-06-24T14:20:04.494" v="1791" actId="1076"/>
          <ac:spMkLst>
            <pc:docMk/>
            <pc:sldMk cId="0" sldId="270"/>
            <ac:spMk id="10" creationId="{00000000-0000-0000-0000-000000000000}"/>
          </ac:spMkLst>
        </pc:spChg>
        <pc:spChg chg="mod">
          <ac:chgData name="Jai Surya Midde" userId="01f64b7ce5fd1346" providerId="LiveId" clId="{6695C547-F7D8-474B-8BE4-5C2EED9F864B}" dt="2026-06-24T14:20:25.746" v="1793" actId="1076"/>
          <ac:spMkLst>
            <pc:docMk/>
            <pc:sldMk cId="0" sldId="270"/>
            <ac:spMk id="12" creationId="{00000000-0000-0000-0000-000000000000}"/>
          </ac:spMkLst>
        </pc:spChg>
        <pc:spChg chg="mod">
          <ac:chgData name="Jai Surya Midde" userId="01f64b7ce5fd1346" providerId="LiveId" clId="{6695C547-F7D8-474B-8BE4-5C2EED9F864B}" dt="2026-06-24T14:20:51.078" v="1794" actId="1076"/>
          <ac:spMkLst>
            <pc:docMk/>
            <pc:sldMk cId="0" sldId="270"/>
            <ac:spMk id="13" creationId="{00000000-0000-0000-0000-000000000000}"/>
          </ac:spMkLst>
        </pc:spChg>
        <pc:spChg chg="mod">
          <ac:chgData name="Jai Surya Midde" userId="01f64b7ce5fd1346" providerId="LiveId" clId="{6695C547-F7D8-474B-8BE4-5C2EED9F864B}" dt="2026-06-24T14:28:05.651" v="1862" actId="1076"/>
          <ac:spMkLst>
            <pc:docMk/>
            <pc:sldMk cId="0" sldId="270"/>
            <ac:spMk id="14" creationId="{00000000-0000-0000-0000-000000000000}"/>
          </ac:spMkLst>
        </pc:spChg>
        <pc:spChg chg="mod">
          <ac:chgData name="Jai Surya Midde" userId="01f64b7ce5fd1346" providerId="LiveId" clId="{6695C547-F7D8-474B-8BE4-5C2EED9F864B}" dt="2026-06-24T14:27:53.902" v="1861" actId="1076"/>
          <ac:spMkLst>
            <pc:docMk/>
            <pc:sldMk cId="0" sldId="270"/>
            <ac:spMk id="15" creationId="{00000000-0000-0000-0000-000000000000}"/>
          </ac:spMkLst>
        </pc:spChg>
        <pc:spChg chg="mod">
          <ac:chgData name="Jai Surya Midde" userId="01f64b7ce5fd1346" providerId="LiveId" clId="{6695C547-F7D8-474B-8BE4-5C2EED9F864B}" dt="2026-06-24T14:27:46.252" v="1860" actId="1076"/>
          <ac:spMkLst>
            <pc:docMk/>
            <pc:sldMk cId="0" sldId="270"/>
            <ac:spMk id="16" creationId="{00000000-0000-0000-0000-000000000000}"/>
          </ac:spMkLst>
        </pc:spChg>
        <pc:spChg chg="mod">
          <ac:chgData name="Jai Surya Midde" userId="01f64b7ce5fd1346" providerId="LiveId" clId="{6695C547-F7D8-474B-8BE4-5C2EED9F864B}" dt="2026-06-24T14:27:26.149" v="1859" actId="1076"/>
          <ac:spMkLst>
            <pc:docMk/>
            <pc:sldMk cId="0" sldId="270"/>
            <ac:spMk id="17" creationId="{00000000-0000-0000-0000-000000000000}"/>
          </ac:spMkLst>
        </pc:spChg>
        <pc:spChg chg="mod">
          <ac:chgData name="Jai Surya Midde" userId="01f64b7ce5fd1346" providerId="LiveId" clId="{6695C547-F7D8-474B-8BE4-5C2EED9F864B}" dt="2026-06-24T14:27:05.743" v="1856" actId="1076"/>
          <ac:spMkLst>
            <pc:docMk/>
            <pc:sldMk cId="0" sldId="270"/>
            <ac:spMk id="18" creationId="{00000000-0000-0000-0000-000000000000}"/>
          </ac:spMkLst>
        </pc:spChg>
        <pc:spChg chg="mod">
          <ac:chgData name="Jai Surya Midde" userId="01f64b7ce5fd1346" providerId="LiveId" clId="{6695C547-F7D8-474B-8BE4-5C2EED9F864B}" dt="2026-06-24T14:26:37.595" v="1843" actId="1076"/>
          <ac:spMkLst>
            <pc:docMk/>
            <pc:sldMk cId="0" sldId="270"/>
            <ac:spMk id="19" creationId="{00000000-0000-0000-0000-000000000000}"/>
          </ac:spMkLst>
        </pc:spChg>
        <pc:spChg chg="mod">
          <ac:chgData name="Jai Surya Midde" userId="01f64b7ce5fd1346" providerId="LiveId" clId="{6695C547-F7D8-474B-8BE4-5C2EED9F864B}" dt="2026-06-24T14:26:38.451" v="1848" actId="1076"/>
          <ac:spMkLst>
            <pc:docMk/>
            <pc:sldMk cId="0" sldId="270"/>
            <ac:spMk id="20" creationId="{00000000-0000-0000-0000-000000000000}"/>
          </ac:spMkLst>
        </pc:spChg>
        <pc:spChg chg="mod">
          <ac:chgData name="Jai Surya Midde" userId="01f64b7ce5fd1346" providerId="LiveId" clId="{6695C547-F7D8-474B-8BE4-5C2EED9F864B}" dt="2026-06-24T14:26:38.085" v="1846" actId="1076"/>
          <ac:spMkLst>
            <pc:docMk/>
            <pc:sldMk cId="0" sldId="270"/>
            <ac:spMk id="21" creationId="{00000000-0000-0000-0000-000000000000}"/>
          </ac:spMkLst>
        </pc:spChg>
        <pc:spChg chg="mod">
          <ac:chgData name="Jai Surya Midde" userId="01f64b7ce5fd1346" providerId="LiveId" clId="{6695C547-F7D8-474B-8BE4-5C2EED9F864B}" dt="2026-06-24T14:26:38.213" v="1847" actId="1076"/>
          <ac:spMkLst>
            <pc:docMk/>
            <pc:sldMk cId="0" sldId="270"/>
            <ac:spMk id="22" creationId="{00000000-0000-0000-0000-000000000000}"/>
          </ac:spMkLst>
        </pc:spChg>
        <pc:spChg chg="mod">
          <ac:chgData name="Jai Surya Midde" userId="01f64b7ce5fd1346" providerId="LiveId" clId="{6695C547-F7D8-474B-8BE4-5C2EED9F864B}" dt="2026-06-24T14:26:37.746" v="1844" actId="1076"/>
          <ac:spMkLst>
            <pc:docMk/>
            <pc:sldMk cId="0" sldId="270"/>
            <ac:spMk id="23" creationId="{00000000-0000-0000-0000-000000000000}"/>
          </ac:spMkLst>
        </pc:spChg>
        <pc:spChg chg="mod">
          <ac:chgData name="Jai Surya Midde" userId="01f64b7ce5fd1346" providerId="LiveId" clId="{6695C547-F7D8-474B-8BE4-5C2EED9F864B}" dt="2026-06-24T14:26:36.793" v="1838" actId="1076"/>
          <ac:spMkLst>
            <pc:docMk/>
            <pc:sldMk cId="0" sldId="270"/>
            <ac:spMk id="24" creationId="{00000000-0000-0000-0000-000000000000}"/>
          </ac:spMkLst>
        </pc:spChg>
        <pc:picChg chg="mod">
          <ac:chgData name="Jai Surya Midde" userId="01f64b7ce5fd1346" providerId="LiveId" clId="{6695C547-F7D8-474B-8BE4-5C2EED9F864B}" dt="2026-06-24T14:26:55.411" v="1855" actId="1076"/>
          <ac:picMkLst>
            <pc:docMk/>
            <pc:sldMk cId="0" sldId="270"/>
            <ac:picMk id="3" creationId="{00000000-0000-0000-0000-000000000000}"/>
          </ac:picMkLst>
        </pc:picChg>
        <pc:picChg chg="mod">
          <ac:chgData name="Jai Surya Midde" userId="01f64b7ce5fd1346" providerId="LiveId" clId="{6695C547-F7D8-474B-8BE4-5C2EED9F864B}" dt="2026-06-24T14:19:32.815" v="1788" actId="1076"/>
          <ac:picMkLst>
            <pc:docMk/>
            <pc:sldMk cId="0" sldId="270"/>
            <ac:picMk id="5" creationId="{00000000-0000-0000-0000-000000000000}"/>
          </ac:picMkLst>
        </pc:picChg>
        <pc:picChg chg="mod">
          <ac:chgData name="Jai Surya Midde" userId="01f64b7ce5fd1346" providerId="LiveId" clId="{6695C547-F7D8-474B-8BE4-5C2EED9F864B}" dt="2026-06-24T14:20:14.796" v="1792" actId="1076"/>
          <ac:picMkLst>
            <pc:docMk/>
            <pc:sldMk cId="0" sldId="270"/>
            <ac:picMk id="8" creationId="{00000000-0000-0000-0000-000000000000}"/>
          </ac:picMkLst>
        </pc:picChg>
        <pc:picChg chg="mod">
          <ac:chgData name="Jai Surya Midde" userId="01f64b7ce5fd1346" providerId="LiveId" clId="{6695C547-F7D8-474B-8BE4-5C2EED9F864B}" dt="2026-06-24T14:20:56.933" v="1795" actId="1076"/>
          <ac:picMkLst>
            <pc:docMk/>
            <pc:sldMk cId="0" sldId="270"/>
            <ac:picMk id="11" creationId="{00000000-0000-0000-0000-000000000000}"/>
          </ac:picMkLst>
        </pc:picChg>
        <pc:picChg chg="add del mod">
          <ac:chgData name="Jai Surya Midde" userId="01f64b7ce5fd1346" providerId="LiveId" clId="{6695C547-F7D8-474B-8BE4-5C2EED9F864B}" dt="2026-06-24T14:38:29.109" v="2106" actId="21"/>
          <ac:picMkLst>
            <pc:docMk/>
            <pc:sldMk cId="0" sldId="270"/>
            <ac:picMk id="25" creationId="{1BF07C5D-C551-5D84-E6F2-5B9A0DE61E19}"/>
          </ac:picMkLst>
        </pc:picChg>
        <pc:picChg chg="add del mod">
          <ac:chgData name="Jai Surya Midde" userId="01f64b7ce5fd1346" providerId="LiveId" clId="{6695C547-F7D8-474B-8BE4-5C2EED9F864B}" dt="2026-06-24T14:38:27.413" v="2105" actId="21"/>
          <ac:picMkLst>
            <pc:docMk/>
            <pc:sldMk cId="0" sldId="270"/>
            <ac:picMk id="27" creationId="{59CFDDD2-B3E9-F5E6-DE12-B707744C50B2}"/>
          </ac:picMkLst>
        </pc:picChg>
      </pc:sldChg>
      <pc:sldChg chg="modSp add del mod">
        <pc:chgData name="Jai Surya Midde" userId="01f64b7ce5fd1346" providerId="LiveId" clId="{6695C547-F7D8-474B-8BE4-5C2EED9F864B}" dt="2026-06-24T08:25:07.706" v="1674" actId="20577"/>
        <pc:sldMkLst>
          <pc:docMk/>
          <pc:sldMk cId="0" sldId="271"/>
        </pc:sldMkLst>
        <pc:spChg chg="mod">
          <ac:chgData name="Jai Surya Midde" userId="01f64b7ce5fd1346" providerId="LiveId" clId="{6695C547-F7D8-474B-8BE4-5C2EED9F864B}" dt="2026-06-24T08:25:07.706" v="1674" actId="20577"/>
          <ac:spMkLst>
            <pc:docMk/>
            <pc:sldMk cId="0" sldId="271"/>
            <ac:spMk id="51" creationId="{00000000-0000-0000-0000-000000000000}"/>
          </ac:spMkLst>
        </pc:spChg>
      </pc:sldChg>
      <pc:sldChg chg="addSp delSp modSp add mod ord">
        <pc:chgData name="Jai Surya Midde" userId="01f64b7ce5fd1346" providerId="LiveId" clId="{6695C547-F7D8-474B-8BE4-5C2EED9F864B}" dt="2026-06-24T14:38:09.703" v="2104" actId="20577"/>
        <pc:sldMkLst>
          <pc:docMk/>
          <pc:sldMk cId="1456032256" sldId="272"/>
        </pc:sldMkLst>
        <pc:spChg chg="del">
          <ac:chgData name="Jai Surya Midde" userId="01f64b7ce5fd1346" providerId="LiveId" clId="{6695C547-F7D8-474B-8BE4-5C2EED9F864B}" dt="2026-06-24T14:34:52.142" v="1977" actId="478"/>
          <ac:spMkLst>
            <pc:docMk/>
            <pc:sldMk cId="1456032256" sldId="272"/>
            <ac:spMk id="4" creationId="{F6F5D174-162A-398A-CADA-896382D40B6B}"/>
          </ac:spMkLst>
        </pc:spChg>
        <pc:spChg chg="del">
          <ac:chgData name="Jai Surya Midde" userId="01f64b7ce5fd1346" providerId="LiveId" clId="{6695C547-F7D8-474B-8BE4-5C2EED9F864B}" dt="2026-06-24T14:31:51.111" v="1899" actId="478"/>
          <ac:spMkLst>
            <pc:docMk/>
            <pc:sldMk cId="1456032256" sldId="272"/>
            <ac:spMk id="5" creationId="{690F1C2E-12B3-B5A3-59DA-633F410C0095}"/>
          </ac:spMkLst>
        </pc:spChg>
        <pc:spChg chg="del mod">
          <ac:chgData name="Jai Surya Midde" userId="01f64b7ce5fd1346" providerId="LiveId" clId="{6695C547-F7D8-474B-8BE4-5C2EED9F864B}" dt="2026-06-24T14:31:38.286" v="1897" actId="478"/>
          <ac:spMkLst>
            <pc:docMk/>
            <pc:sldMk cId="1456032256" sldId="272"/>
            <ac:spMk id="6" creationId="{92E828AE-4E1C-AC6A-28FB-8C89BFB91397}"/>
          </ac:spMkLst>
        </pc:spChg>
        <pc:spChg chg="del">
          <ac:chgData name="Jai Surya Midde" userId="01f64b7ce5fd1346" providerId="LiveId" clId="{6695C547-F7D8-474B-8BE4-5C2EED9F864B}" dt="2026-06-24T14:31:59.525" v="1901" actId="478"/>
          <ac:spMkLst>
            <pc:docMk/>
            <pc:sldMk cId="1456032256" sldId="272"/>
            <ac:spMk id="7" creationId="{53AA7E0C-C86E-5B69-4B42-5A24CB314F59}"/>
          </ac:spMkLst>
        </pc:spChg>
        <pc:spChg chg="del">
          <ac:chgData name="Jai Surya Midde" userId="01f64b7ce5fd1346" providerId="LiveId" clId="{6695C547-F7D8-474B-8BE4-5C2EED9F864B}" dt="2026-06-24T14:32:06.513" v="1903" actId="478"/>
          <ac:spMkLst>
            <pc:docMk/>
            <pc:sldMk cId="1456032256" sldId="272"/>
            <ac:spMk id="9" creationId="{AC7B35F7-FBE3-CFB2-FE42-0863791FE461}"/>
          </ac:spMkLst>
        </pc:spChg>
        <pc:spChg chg="del">
          <ac:chgData name="Jai Surya Midde" userId="01f64b7ce5fd1346" providerId="LiveId" clId="{6695C547-F7D8-474B-8BE4-5C2EED9F864B}" dt="2026-06-24T14:32:03.484" v="1902" actId="478"/>
          <ac:spMkLst>
            <pc:docMk/>
            <pc:sldMk cId="1456032256" sldId="272"/>
            <ac:spMk id="10" creationId="{B811B3FF-4B75-CA97-B689-BE58D2315DEA}"/>
          </ac:spMkLst>
        </pc:spChg>
        <pc:spChg chg="del">
          <ac:chgData name="Jai Surya Midde" userId="01f64b7ce5fd1346" providerId="LiveId" clId="{6695C547-F7D8-474B-8BE4-5C2EED9F864B}" dt="2026-06-24T14:32:08.055" v="1904" actId="478"/>
          <ac:spMkLst>
            <pc:docMk/>
            <pc:sldMk cId="1456032256" sldId="272"/>
            <ac:spMk id="11" creationId="{966929A7-837B-2658-B414-169198832896}"/>
          </ac:spMkLst>
        </pc:spChg>
        <pc:spChg chg="del">
          <ac:chgData name="Jai Surya Midde" userId="01f64b7ce5fd1346" providerId="LiveId" clId="{6695C547-F7D8-474B-8BE4-5C2EED9F864B}" dt="2026-06-24T14:32:09.699" v="1905" actId="478"/>
          <ac:spMkLst>
            <pc:docMk/>
            <pc:sldMk cId="1456032256" sldId="272"/>
            <ac:spMk id="13" creationId="{33E323B9-2A16-D190-C96A-8B681604FB2F}"/>
          </ac:spMkLst>
        </pc:spChg>
        <pc:spChg chg="del">
          <ac:chgData name="Jai Surya Midde" userId="01f64b7ce5fd1346" providerId="LiveId" clId="{6695C547-F7D8-474B-8BE4-5C2EED9F864B}" dt="2026-06-24T14:32:12.252" v="1906" actId="478"/>
          <ac:spMkLst>
            <pc:docMk/>
            <pc:sldMk cId="1456032256" sldId="272"/>
            <ac:spMk id="14" creationId="{F7DC7207-1841-D902-ECDF-76813922CD3D}"/>
          </ac:spMkLst>
        </pc:spChg>
        <pc:spChg chg="del">
          <ac:chgData name="Jai Surya Midde" userId="01f64b7ce5fd1346" providerId="LiveId" clId="{6695C547-F7D8-474B-8BE4-5C2EED9F864B}" dt="2026-06-24T14:32:13.821" v="1907" actId="478"/>
          <ac:spMkLst>
            <pc:docMk/>
            <pc:sldMk cId="1456032256" sldId="272"/>
            <ac:spMk id="15" creationId="{945BBD2C-E8F9-594B-1FE4-AF78CD6A8BDB}"/>
          </ac:spMkLst>
        </pc:spChg>
        <pc:spChg chg="del">
          <ac:chgData name="Jai Surya Midde" userId="01f64b7ce5fd1346" providerId="LiveId" clId="{6695C547-F7D8-474B-8BE4-5C2EED9F864B}" dt="2026-06-24T14:32:15.878" v="1908" actId="478"/>
          <ac:spMkLst>
            <pc:docMk/>
            <pc:sldMk cId="1456032256" sldId="272"/>
            <ac:spMk id="17" creationId="{7436A9FE-A172-033E-A5FB-67564F5B72FC}"/>
          </ac:spMkLst>
        </pc:spChg>
        <pc:spChg chg="del">
          <ac:chgData name="Jai Surya Midde" userId="01f64b7ce5fd1346" providerId="LiveId" clId="{6695C547-F7D8-474B-8BE4-5C2EED9F864B}" dt="2026-06-24T14:32:19.931" v="1909" actId="478"/>
          <ac:spMkLst>
            <pc:docMk/>
            <pc:sldMk cId="1456032256" sldId="272"/>
            <ac:spMk id="18" creationId="{66DAC702-52E2-8D7A-489C-912ADA35F07A}"/>
          </ac:spMkLst>
        </pc:spChg>
        <pc:spChg chg="del">
          <ac:chgData name="Jai Surya Midde" userId="01f64b7ce5fd1346" providerId="LiveId" clId="{6695C547-F7D8-474B-8BE4-5C2EED9F864B}" dt="2026-06-24T14:32:22.479" v="1910" actId="478"/>
          <ac:spMkLst>
            <pc:docMk/>
            <pc:sldMk cId="1456032256" sldId="272"/>
            <ac:spMk id="19" creationId="{B462D39C-E864-C56C-2C12-0D81D36BCF07}"/>
          </ac:spMkLst>
        </pc:spChg>
        <pc:spChg chg="del mod">
          <ac:chgData name="Jai Surya Midde" userId="01f64b7ce5fd1346" providerId="LiveId" clId="{6695C547-F7D8-474B-8BE4-5C2EED9F864B}" dt="2026-06-24T14:36:00.161" v="1998" actId="478"/>
          <ac:spMkLst>
            <pc:docMk/>
            <pc:sldMk cId="1456032256" sldId="272"/>
            <ac:spMk id="20" creationId="{D989ECF6-40AB-CBF0-0CDE-9F5D5E7112D1}"/>
          </ac:spMkLst>
        </pc:spChg>
        <pc:spChg chg="del">
          <ac:chgData name="Jai Surya Midde" userId="01f64b7ce5fd1346" providerId="LiveId" clId="{6695C547-F7D8-474B-8BE4-5C2EED9F864B}" dt="2026-06-24T14:31:53.487" v="1900" actId="478"/>
          <ac:spMkLst>
            <pc:docMk/>
            <pc:sldMk cId="1456032256" sldId="272"/>
            <ac:spMk id="22" creationId="{0A2EC09E-612D-8057-DDEB-037DEE165783}"/>
          </ac:spMkLst>
        </pc:spChg>
        <pc:spChg chg="add mod">
          <ac:chgData name="Jai Surya Midde" userId="01f64b7ce5fd1346" providerId="LiveId" clId="{6695C547-F7D8-474B-8BE4-5C2EED9F864B}" dt="2026-06-24T14:36:11.463" v="2000" actId="1076"/>
          <ac:spMkLst>
            <pc:docMk/>
            <pc:sldMk cId="1456032256" sldId="272"/>
            <ac:spMk id="30" creationId="{5112BE8D-201D-8113-8A21-4E7F5FA00C36}"/>
          </ac:spMkLst>
        </pc:spChg>
        <pc:spChg chg="add mod">
          <ac:chgData name="Jai Surya Midde" userId="01f64b7ce5fd1346" providerId="LiveId" clId="{6695C547-F7D8-474B-8BE4-5C2EED9F864B}" dt="2026-06-24T14:38:09.703" v="2104" actId="20577"/>
          <ac:spMkLst>
            <pc:docMk/>
            <pc:sldMk cId="1456032256" sldId="272"/>
            <ac:spMk id="32" creationId="{068764B8-5DFF-9AF7-0931-B3090FD4A6A1}"/>
          </ac:spMkLst>
        </pc:spChg>
        <pc:picChg chg="mod">
          <ac:chgData name="Jai Surya Midde" userId="01f64b7ce5fd1346" providerId="LiveId" clId="{6695C547-F7D8-474B-8BE4-5C2EED9F864B}" dt="2026-06-24T14:36:21.229" v="2001" actId="1076"/>
          <ac:picMkLst>
            <pc:docMk/>
            <pc:sldMk cId="1456032256" sldId="272"/>
            <ac:picMk id="8" creationId="{A76BE0F8-F14E-DD40-7391-C26EF0542FD1}"/>
          </ac:picMkLst>
        </pc:picChg>
        <pc:picChg chg="del">
          <ac:chgData name="Jai Surya Midde" userId="01f64b7ce5fd1346" providerId="LiveId" clId="{6695C547-F7D8-474B-8BE4-5C2EED9F864B}" dt="2026-06-24T14:32:25.772" v="1912" actId="478"/>
          <ac:picMkLst>
            <pc:docMk/>
            <pc:sldMk cId="1456032256" sldId="272"/>
            <ac:picMk id="12" creationId="{B2E40878-347C-7F48-02EE-09BAFB8C52D2}"/>
          </ac:picMkLst>
        </pc:picChg>
        <pc:picChg chg="del">
          <ac:chgData name="Jai Surya Midde" userId="01f64b7ce5fd1346" providerId="LiveId" clId="{6695C547-F7D8-474B-8BE4-5C2EED9F864B}" dt="2026-06-24T14:32:24.456" v="1911" actId="478"/>
          <ac:picMkLst>
            <pc:docMk/>
            <pc:sldMk cId="1456032256" sldId="272"/>
            <ac:picMk id="16" creationId="{93E35BC1-E6B7-B6AE-014A-D2FFED7A374A}"/>
          </ac:picMkLst>
        </pc:picChg>
        <pc:picChg chg="add del mod">
          <ac:chgData name="Jai Surya Midde" userId="01f64b7ce5fd1346" providerId="LiveId" clId="{6695C547-F7D8-474B-8BE4-5C2EED9F864B}" dt="2026-06-24T14:31:09.507" v="1890" actId="21"/>
          <ac:picMkLst>
            <pc:docMk/>
            <pc:sldMk cId="1456032256" sldId="272"/>
            <ac:picMk id="23" creationId="{6ED30A17-C358-0073-969F-75DDCF9344FB}"/>
          </ac:picMkLst>
        </pc:picChg>
        <pc:picChg chg="add del mod">
          <ac:chgData name="Jai Surya Midde" userId="01f64b7ce5fd1346" providerId="LiveId" clId="{6695C547-F7D8-474B-8BE4-5C2EED9F864B}" dt="2026-06-24T14:31:09.507" v="1890" actId="21"/>
          <ac:picMkLst>
            <pc:docMk/>
            <pc:sldMk cId="1456032256" sldId="272"/>
            <ac:picMk id="25" creationId="{A9452371-CEBE-E720-54C7-AEC727A98348}"/>
          </ac:picMkLst>
        </pc:picChg>
        <pc:picChg chg="add mod">
          <ac:chgData name="Jai Surya Midde" userId="01f64b7ce5fd1346" providerId="LiveId" clId="{6695C547-F7D8-474B-8BE4-5C2EED9F864B}" dt="2026-06-24T14:35:17.541" v="1985" actId="1076"/>
          <ac:picMkLst>
            <pc:docMk/>
            <pc:sldMk cId="1456032256" sldId="272"/>
            <ac:picMk id="27" creationId="{0DE5F341-22CE-AC96-9616-DB858A0D58B5}"/>
          </ac:picMkLst>
        </pc:picChg>
        <pc:picChg chg="add mod">
          <ac:chgData name="Jai Surya Midde" userId="01f64b7ce5fd1346" providerId="LiveId" clId="{6695C547-F7D8-474B-8BE4-5C2EED9F864B}" dt="2026-06-24T14:36:39.175" v="2003" actId="1076"/>
          <ac:picMkLst>
            <pc:docMk/>
            <pc:sldMk cId="1456032256" sldId="272"/>
            <ac:picMk id="29" creationId="{CDE9DC04-D149-18FD-2E09-55FCA8B5C3A0}"/>
          </ac:picMkLst>
        </pc:picChg>
        <pc:picChg chg="add del">
          <ac:chgData name="Jai Surya Midde" userId="01f64b7ce5fd1346" providerId="LiveId" clId="{6695C547-F7D8-474B-8BE4-5C2EED9F864B}" dt="2026-06-24T14:37:53.805" v="2101" actId="22"/>
          <ac:picMkLst>
            <pc:docMk/>
            <pc:sldMk cId="1456032256" sldId="272"/>
            <ac:picMk id="34" creationId="{8270C74C-D76B-E452-9F9C-BF3D5C63FFF1}"/>
          </ac:picMkLst>
        </pc:picChg>
        <pc:picChg chg="add mod">
          <ac:chgData name="Jai Surya Midde" userId="01f64b7ce5fd1346" providerId="LiveId" clId="{6695C547-F7D8-474B-8BE4-5C2EED9F864B}" dt="2026-06-24T14:38:04.560" v="2103" actId="1076"/>
          <ac:picMkLst>
            <pc:docMk/>
            <pc:sldMk cId="1456032256" sldId="272"/>
            <ac:picMk id="36" creationId="{A141A036-B70B-AE69-018D-C985E2F9D86F}"/>
          </ac:picMkLst>
        </pc:picChg>
      </pc:sldChg>
      <pc:sldChg chg="add del">
        <pc:chgData name="Jai Surya Midde" userId="01f64b7ce5fd1346" providerId="LiveId" clId="{6695C547-F7D8-474B-8BE4-5C2EED9F864B}" dt="2026-06-24T14:30:00.095" v="1874"/>
        <pc:sldMkLst>
          <pc:docMk/>
          <pc:sldMk cId="2392737768"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45827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Good morning everyone. I'm Midde Jai Surya, and I'm excited to share my project on an AI-Powered Hospital Readmission Risk Predictor. This work is all about using predictive analytics to make a real difference in patient care, especially for diabetic patients. We're focusing on how machine learning can help healthcare providers make better, faster decisions. My goal is to show you how we can leverage AI to improve outcomes and streamline care.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Building on that, let's talk about the critical challenge we're addressing: hospital readmissions. This isn't just a financial drain, costing billions annually; it's a serious threat to patient well-being, particularly for those with chronic conditions like diabetes. Frequent readmissions mean decreased quality of life and higher mortality risks. Our AI-driven system aims to tackle this head-on, identifying high-risk patients before they even leave the hospital. This allows for targeted preventive care, ultimately reducing costs and improving patient outcomes.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To build this predictor, we needed a robust foundation, and that came from the 'Diabetes 130-US Hospitals' dataset. This comprehensive dataset spans 10 years of clinical care, capturing over 100,000 unique hospital encounters. It includes everything from patient demographics and detailed clinical data like diagnoses and medications, to hospitalization specifics such as time spent in the hospital and emergency visits. Our key objective was to predict the patient's readmission status: whether they'd be readmitted within 30 days, after 30 days, or not at all.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Working with raw clinical data presents its own set of challenges, so a robust data preprocessing pipeline was essential. We started by meticulously handling missing values, which are common in healthcare records, through systematic removal or imputation. Next, we refined our features by removing low-variance and irrelevant identifiers to ensure only meaningful data remained. We then employed categorical encoding, using one-hot encoding for nominal variables and ordinal encoding for age groups to preserve their inherent order. Finally, we used Random Forest Feature Importance to pinpoint the most predictive variables, transforming messy data into machine-ready features. This prepared our data for the next crucial step: identifying the key drivers of readmission.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After identifying the most impactful features, we needed to select the right predictive model. We explored two primary models: Logistic Regression and Random Forest. Logistic Regression is simple and interpretable, but it struggles with complex, non-linear relationships and imbalanced datasets. Our healthcare data is quite imbalanced, with far fewer readmissions than non-readmissions. Random Forest, an ensemble method, excels at handling these challenges. It combines multiple decision trees, making it robust against imbalances and better at capturing intricate patterns. This is why we chose Random Forest as our final model. Now, let's dive into how Random Forest actually works.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After our thorough preprocessing, we moved to identifying the true drivers of readmission, and the results were quite insightful. Our analysis, based on Random Forest Feature Importance, clearly showed that the 'Number of Inpatient Visits' is the strongest predictor of future risk. This makes intuitive sense; a history of frequent hospitalizations often signals underlying complexities. Other critical factors include the patient's 'Discharge Disposition,' meaning where they go after leaving the hospital, and the 'Number of Emergency Visits,' indicating prior urgent care needs. These top features give us a clear picture of what truly influences a patient's readmission risk, guiding our model's predictive power.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We just discussed the importance of Recall, and this slide shows how we optimized our models to achieve that. You'll notice that while the optimized Random Forest has a slightly lower accuracy than some default models, its Recall is significantly higher at 60%. This is a critical trade-off in healthcare. We prioritize identifying as many high-risk patients as possible, even if it means a few more false positives. This optimization process involved hyperparameter tuning and careful feature selection, ensuring our model is clinically relevant. This focus on recall directly supports our goal of proactive patient care, which we'll see in action with the system workflow.</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Now, let's connect these pieces and see how the system operates in a real-world clinical setting. The workflow begins when a healthcare provider enters patient data into our Streamlit interface. This raw data then goes through an automated preprocessing pipeline, where it's cleaned and encoded. Our Random Forest model then takes this processed data and calculates the probability of readmission. Based on this probability, patients are categorized into low, moderate, or high-risk groups. This isn't just a prediction; it's actionable decision support, guiding clinicians toward appropriate interventions. This seamless integration ensures that our AI tool becomes a valuable asset in patient care.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1754F-EF08-0AAD-B67D-AF85114928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DA87C-49B5-06CB-53EE-F730EBCA635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6A566C-B6C1-33A2-0181-9C45638BE1CE}"/>
              </a:ext>
            </a:extLst>
          </p:cNvPr>
          <p:cNvSpPr>
            <a:spLocks noGrp="1"/>
          </p:cNvSpPr>
          <p:nvPr>
            <p:ph type="body" idx="1"/>
          </p:nvPr>
        </p:nvSpPr>
        <p:spPr/>
        <p:txBody>
          <a:bodyPr/>
          <a:lstStyle/>
          <a:p>
            <a:r>
              <a:rPr lang="en-US" dirty="0"/>
              <a:t>So, what have we achieved, and where do we go from here? This project successfully demonstrates how machine learning can identify at-risk diabetic patients, potentially reducing hospital readmission rates. Our focus on recall ensures we prioritize patient safety. Looking ahead, real-time integration with Electronic Health Records is a critical next step. We also plan to incorporate Explainable AI techniques like SHAP and LIME. This will provide clinicians with transparent reasoning for each risk flag. And finally, we aim to expand this framework to other chronic conditions, scaling AI for better healthcare delivery.</a:t>
            </a:r>
          </a:p>
        </p:txBody>
      </p:sp>
      <p:sp>
        <p:nvSpPr>
          <p:cNvPr id="4" name="Slide Number Placeholder 3">
            <a:extLst>
              <a:ext uri="{FF2B5EF4-FFF2-40B4-BE49-F238E27FC236}">
                <a16:creationId xmlns:a16="http://schemas.microsoft.com/office/drawing/2014/main" id="{B25DD6F6-0AD3-F030-B2BC-917844A70052}"/>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975807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So, what have we achieved, and where do we go from here? This project successfully demonstrates how machine learning can identify at-risk diabetic patients, potentially reducing hospital readmission rates. Our focus on recall ensures we prioritize patient safety. Looking ahead, real-time integration with Electronic Health Records is a critical next step. We also plan to incorporate Explainable AI techniques like SHAP and LIME. This will provide clinicians with transparent reasoning for each risk flag. And finally, we aim to expand this framework to other chronic conditions, scaling AI for better healthcare delivery.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Thank you for your time and attention today. This project represents a significant step towards leveraging AI for proactive patient care. I am Midde Jai Surya, and I'm now open to any questions you might have. Let's discuss how this AI-powered predictor can make a real difference in healthcare.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jpeg"/><Relationship Id="rId7"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4.jpeg"/><Relationship Id="rId7"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485775" y="2626109"/>
            <a:ext cx="5429250" cy="1645853"/>
          </a:xfrm>
          <a:prstGeom prst="rect">
            <a:avLst/>
          </a:prstGeom>
          <a:noFill/>
          <a:ln/>
        </p:spPr>
        <p:txBody>
          <a:bodyPr wrap="square" lIns="0" tIns="0" rIns="0" bIns="0" rtlCol="0" anchor="t">
            <a:spAutoFit/>
          </a:bodyPr>
          <a:lstStyle/>
          <a:p>
            <a:pPr marL="0" indent="0" algn="l">
              <a:lnSpc>
                <a:spcPct val="96000"/>
              </a:lnSpc>
              <a:buNone/>
            </a:pPr>
            <a:r>
              <a:rPr lang="en-US" sz="3500" kern="0" spc="3" dirty="0">
                <a:solidFill>
                  <a:srgbClr val="1A432B"/>
                </a:solidFill>
                <a:latin typeface="Montserrat Medium" pitchFamily="34" charset="0"/>
                <a:ea typeface="Montserrat Medium" pitchFamily="34" charset="-122"/>
                <a:cs typeface="Montserrat Medium" pitchFamily="34" charset="-120"/>
              </a:rPr>
              <a:t>AI-Powered Hospital Readmission Risk Predictor</a:t>
            </a:r>
            <a:endParaRPr lang="en-US" sz="3500" dirty="0"/>
          </a:p>
        </p:txBody>
      </p:sp>
      <p:sp>
        <p:nvSpPr>
          <p:cNvPr id="5" name="Text 1"/>
          <p:cNvSpPr/>
          <p:nvPr/>
        </p:nvSpPr>
        <p:spPr>
          <a:xfrm>
            <a:off x="485775" y="4329113"/>
            <a:ext cx="5429250" cy="523220"/>
          </a:xfrm>
          <a:prstGeom prst="rect">
            <a:avLst/>
          </a:prstGeom>
          <a:noFill/>
          <a:ln/>
        </p:spPr>
        <p:txBody>
          <a:bodyPr wrap="square" lIns="0" tIns="0" rIns="0" bIns="0" rtlCol="0" anchor="t">
            <a:spAutoFit/>
          </a:bodyPr>
          <a:lstStyle/>
          <a:p>
            <a:pPr marL="0" indent="0" algn="l">
              <a:buNone/>
            </a:pPr>
            <a:r>
              <a:rPr lang="en-US" sz="1700" kern="0" spc="2" dirty="0">
                <a:solidFill>
                  <a:srgbClr val="FF6B6B"/>
                </a:solidFill>
                <a:latin typeface="Montserrat Medium" pitchFamily="34" charset="0"/>
              </a:rPr>
              <a:t>Predict Hospital Readmission Risk Using Machine Learning</a:t>
            </a:r>
            <a:endParaRPr lang="en-US" sz="1700" dirty="0"/>
          </a:p>
        </p:txBody>
      </p:sp>
      <p:sp>
        <p:nvSpPr>
          <p:cNvPr id="6" name="Text 2"/>
          <p:cNvSpPr/>
          <p:nvPr/>
        </p:nvSpPr>
        <p:spPr>
          <a:xfrm>
            <a:off x="6357936" y="2545177"/>
            <a:ext cx="2271713" cy="207169"/>
          </a:xfrm>
          <a:prstGeom prst="rect">
            <a:avLst/>
          </a:prstGeom>
          <a:noFill/>
          <a:ln/>
        </p:spPr>
        <p:txBody>
          <a:bodyPr wrap="none" lIns="0" tIns="0" rIns="0" bIns="0" rtlCol="0" anchor="t">
            <a:spAutoFit/>
          </a:bodyPr>
          <a:lstStyle/>
          <a:p>
            <a:pPr marL="0" indent="0" algn="l">
              <a:lnSpc>
                <a:spcPct val="116000"/>
              </a:lnSpc>
              <a:buNone/>
            </a:pPr>
            <a:r>
              <a:rPr lang="en-US" sz="1050" dirty="0">
                <a:solidFill>
                  <a:srgbClr val="1A432B"/>
                </a:solidFill>
                <a:latin typeface="Open Sans Light" pitchFamily="34" charset="0"/>
                <a:ea typeface="Open Sans Light" pitchFamily="34" charset="-122"/>
                <a:cs typeface="Open Sans Light" pitchFamily="34" charset="-120"/>
              </a:rPr>
              <a:t>Midde Jai Surya</a:t>
            </a:r>
            <a:endParaRPr lang="en-US" sz="1050" dirty="0"/>
          </a:p>
        </p:txBody>
      </p:sp>
      <p:sp>
        <p:nvSpPr>
          <p:cNvPr id="7" name="Text 3"/>
          <p:cNvSpPr/>
          <p:nvPr/>
        </p:nvSpPr>
        <p:spPr>
          <a:xfrm>
            <a:off x="6357937" y="2983297"/>
            <a:ext cx="2271713" cy="414338"/>
          </a:xfrm>
          <a:prstGeom prst="rect">
            <a:avLst/>
          </a:prstGeom>
          <a:noFill/>
          <a:ln/>
        </p:spPr>
        <p:txBody>
          <a:bodyPr wrap="square" lIns="0" tIns="0" rIns="0" bIns="0" rtlCol="0" anchor="t">
            <a:spAutoFit/>
          </a:bodyPr>
          <a:lstStyle/>
          <a:p>
            <a:pPr marL="0" indent="0" algn="l">
              <a:lnSpc>
                <a:spcPct val="116000"/>
              </a:lnSpc>
              <a:buNone/>
            </a:pPr>
            <a:r>
              <a:rPr lang="en-US" sz="1050" dirty="0">
                <a:solidFill>
                  <a:srgbClr val="2D5A3F"/>
                </a:solidFill>
                <a:latin typeface="Open Sans Light" pitchFamily="34" charset="0"/>
                <a:ea typeface="Open Sans Light" pitchFamily="34" charset="-122"/>
                <a:cs typeface="Open Sans Light" pitchFamily="34" charset="-120"/>
              </a:rPr>
              <a:t>B.Tech Artificial Intelligence and Machine Learning</a:t>
            </a:r>
            <a:endParaRPr lang="en-US" sz="1050" dirty="0"/>
          </a:p>
        </p:txBody>
      </p:sp>
      <p:sp>
        <p:nvSpPr>
          <p:cNvPr id="8" name="Text 4"/>
          <p:cNvSpPr/>
          <p:nvPr/>
        </p:nvSpPr>
        <p:spPr>
          <a:xfrm>
            <a:off x="6357938" y="3233328"/>
            <a:ext cx="65" cy="176138"/>
          </a:xfrm>
          <a:prstGeom prst="rect">
            <a:avLst/>
          </a:prstGeom>
          <a:noFill/>
          <a:ln/>
        </p:spPr>
        <p:txBody>
          <a:bodyPr wrap="none" lIns="0" tIns="0" rIns="0" bIns="0" rtlCol="0" anchor="t">
            <a:spAutoFit/>
          </a:bodyPr>
          <a:lstStyle/>
          <a:p>
            <a:pPr marL="0" indent="0" algn="l">
              <a:lnSpc>
                <a:spcPct val="116000"/>
              </a:lnSpc>
              <a:buNone/>
            </a:pP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2" y="-634"/>
            <a:ext cx="9144000" cy="5158202"/>
          </a:xfrm>
          <a:prstGeom prst="rect">
            <a:avLst/>
          </a:prstGeom>
        </p:spPr>
      </p:pic>
      <p:sp>
        <p:nvSpPr>
          <p:cNvPr id="4" name="Text 0"/>
          <p:cNvSpPr/>
          <p:nvPr/>
        </p:nvSpPr>
        <p:spPr>
          <a:xfrm>
            <a:off x="285749" y="232288"/>
            <a:ext cx="8572500" cy="784830"/>
          </a:xfrm>
          <a:prstGeom prst="rect">
            <a:avLst/>
          </a:prstGeom>
          <a:noFill/>
          <a:ln/>
        </p:spPr>
        <p:txBody>
          <a:bodyPr wrap="square" lIns="0" tIns="0" rIns="0" bIns="0" rtlCol="0" anchor="t">
            <a:spAutoFit/>
          </a:bodyPr>
          <a:lstStyle/>
          <a:p>
            <a:pPr algn="ctr"/>
            <a:r>
              <a:rPr lang="en-IN" sz="1700" kern="0" spc="3" dirty="0">
                <a:solidFill>
                  <a:srgbClr val="1A432B"/>
                </a:solidFill>
                <a:latin typeface="Montserrat Medium" pitchFamily="34" charset="0"/>
              </a:rPr>
              <a:t>PROBLEM STATEMENT</a:t>
            </a:r>
          </a:p>
          <a:p>
            <a:endParaRPr lang="en-IN" sz="1700" kern="0" spc="3" dirty="0">
              <a:solidFill>
                <a:srgbClr val="1A432B"/>
              </a:solidFill>
              <a:latin typeface="Montserrat Medium" pitchFamily="34" charset="0"/>
            </a:endParaRPr>
          </a:p>
          <a:p>
            <a:pPr marL="0" indent="0" algn="l">
              <a:buNone/>
            </a:pPr>
            <a:endParaRPr lang="en-US" sz="1700" dirty="0"/>
          </a:p>
        </p:txBody>
      </p:sp>
      <p:sp>
        <p:nvSpPr>
          <p:cNvPr id="6" name="Text 1"/>
          <p:cNvSpPr/>
          <p:nvPr/>
        </p:nvSpPr>
        <p:spPr>
          <a:xfrm>
            <a:off x="571500" y="1924348"/>
            <a:ext cx="4200525" cy="192360"/>
          </a:xfrm>
          <a:prstGeom prst="rect">
            <a:avLst/>
          </a:prstGeom>
          <a:noFill/>
          <a:ln/>
        </p:spPr>
        <p:txBody>
          <a:bodyPr wrap="square" lIns="0" tIns="0" rIns="0" bIns="0" rtlCol="0" anchor="t">
            <a:spAutoFit/>
          </a:bodyPr>
          <a:lstStyle/>
          <a:p>
            <a:pPr marL="0" indent="0" algn="l">
              <a:buNone/>
            </a:pPr>
            <a:endParaRPr lang="en-US" sz="1250" dirty="0"/>
          </a:p>
        </p:txBody>
      </p:sp>
      <p:sp>
        <p:nvSpPr>
          <p:cNvPr id="7" name="Text 2"/>
          <p:cNvSpPr/>
          <p:nvPr/>
        </p:nvSpPr>
        <p:spPr>
          <a:xfrm>
            <a:off x="571500" y="2204740"/>
            <a:ext cx="3571875" cy="172483"/>
          </a:xfrm>
          <a:prstGeom prst="rect">
            <a:avLst/>
          </a:prstGeom>
          <a:noFill/>
          <a:ln/>
        </p:spPr>
        <p:txBody>
          <a:bodyPr wrap="square" lIns="0" tIns="0" rIns="0" bIns="0" rtlCol="0" anchor="t">
            <a:spAutoFit/>
          </a:bodyPr>
          <a:lstStyle/>
          <a:p>
            <a:pPr marL="0" indent="0" algn="l">
              <a:lnSpc>
                <a:spcPct val="128000"/>
              </a:lnSpc>
              <a:buNone/>
            </a:pPr>
            <a:endParaRPr lang="en-US" sz="950" dirty="0"/>
          </a:p>
        </p:txBody>
      </p:sp>
      <p:sp>
        <p:nvSpPr>
          <p:cNvPr id="9" name="Text 3"/>
          <p:cNvSpPr/>
          <p:nvPr/>
        </p:nvSpPr>
        <p:spPr>
          <a:xfrm>
            <a:off x="4943475" y="1924348"/>
            <a:ext cx="4200525" cy="192360"/>
          </a:xfrm>
          <a:prstGeom prst="rect">
            <a:avLst/>
          </a:prstGeom>
          <a:noFill/>
          <a:ln/>
        </p:spPr>
        <p:txBody>
          <a:bodyPr wrap="square" lIns="0" tIns="0" rIns="0" bIns="0" rtlCol="0" anchor="t">
            <a:spAutoFit/>
          </a:bodyPr>
          <a:lstStyle/>
          <a:p>
            <a:pPr marL="0" indent="0" algn="l">
              <a:buNone/>
            </a:pPr>
            <a:endParaRPr lang="en-US" sz="1250" dirty="0"/>
          </a:p>
        </p:txBody>
      </p:sp>
      <p:sp>
        <p:nvSpPr>
          <p:cNvPr id="10" name="Text 4"/>
          <p:cNvSpPr/>
          <p:nvPr/>
        </p:nvSpPr>
        <p:spPr>
          <a:xfrm>
            <a:off x="4943475" y="2204740"/>
            <a:ext cx="3571875" cy="172483"/>
          </a:xfrm>
          <a:prstGeom prst="rect">
            <a:avLst/>
          </a:prstGeom>
          <a:noFill/>
          <a:ln/>
        </p:spPr>
        <p:txBody>
          <a:bodyPr wrap="square" lIns="0" tIns="0" rIns="0" bIns="0" rtlCol="0" anchor="t">
            <a:spAutoFit/>
          </a:bodyPr>
          <a:lstStyle/>
          <a:p>
            <a:pPr marL="0" indent="0" algn="l">
              <a:lnSpc>
                <a:spcPct val="128000"/>
              </a:lnSpc>
              <a:buNone/>
            </a:pPr>
            <a:endParaRPr lang="en-US" sz="950" dirty="0"/>
          </a:p>
        </p:txBody>
      </p:sp>
      <p:sp>
        <p:nvSpPr>
          <p:cNvPr id="12" name="Text 5"/>
          <p:cNvSpPr/>
          <p:nvPr/>
        </p:nvSpPr>
        <p:spPr>
          <a:xfrm>
            <a:off x="571500" y="3477332"/>
            <a:ext cx="4200525" cy="192360"/>
          </a:xfrm>
          <a:prstGeom prst="rect">
            <a:avLst/>
          </a:prstGeom>
          <a:noFill/>
          <a:ln/>
        </p:spPr>
        <p:txBody>
          <a:bodyPr wrap="square" lIns="0" tIns="0" rIns="0" bIns="0" rtlCol="0" anchor="t">
            <a:spAutoFit/>
          </a:bodyPr>
          <a:lstStyle/>
          <a:p>
            <a:pPr marL="0" indent="0" algn="l">
              <a:buNone/>
            </a:pPr>
            <a:endParaRPr lang="en-US" sz="1250" dirty="0"/>
          </a:p>
        </p:txBody>
      </p:sp>
      <p:sp>
        <p:nvSpPr>
          <p:cNvPr id="13" name="Text 6"/>
          <p:cNvSpPr/>
          <p:nvPr/>
        </p:nvSpPr>
        <p:spPr>
          <a:xfrm>
            <a:off x="571500" y="3757724"/>
            <a:ext cx="3571875" cy="172355"/>
          </a:xfrm>
          <a:prstGeom prst="rect">
            <a:avLst/>
          </a:prstGeom>
          <a:noFill/>
          <a:ln/>
        </p:spPr>
        <p:txBody>
          <a:bodyPr wrap="square" lIns="0" tIns="0" rIns="0" bIns="0" rtlCol="0" anchor="t">
            <a:spAutoFit/>
          </a:bodyPr>
          <a:lstStyle/>
          <a:p>
            <a:pPr marL="0" indent="0" algn="l">
              <a:lnSpc>
                <a:spcPct val="128000"/>
              </a:lnSpc>
              <a:buNone/>
            </a:pPr>
            <a:endParaRPr lang="en-US" sz="950" dirty="0"/>
          </a:p>
        </p:txBody>
      </p:sp>
      <p:sp>
        <p:nvSpPr>
          <p:cNvPr id="14" name="Text 7"/>
          <p:cNvSpPr/>
          <p:nvPr/>
        </p:nvSpPr>
        <p:spPr>
          <a:xfrm>
            <a:off x="571500" y="4490628"/>
            <a:ext cx="8001000" cy="477054"/>
          </a:xfrm>
          <a:prstGeom prst="rect">
            <a:avLst/>
          </a:prstGeom>
          <a:noFill/>
          <a:ln/>
        </p:spPr>
        <p:txBody>
          <a:bodyPr wrap="square" lIns="0" tIns="0" rIns="0" bIns="0" rtlCol="0" anchor="t">
            <a:spAutoFit/>
          </a:bodyPr>
          <a:lstStyle/>
          <a:p>
            <a:r>
              <a:rPr lang="en-US" sz="1500" i="1" dirty="0">
                <a:solidFill>
                  <a:srgbClr val="1A432B"/>
                </a:solidFill>
                <a:latin typeface="Montserrat Medium" pitchFamily="34" charset="0"/>
                <a:ea typeface="Montserrat Medium" pitchFamily="34" charset="-122"/>
                <a:cs typeface="Montserrat Medium" pitchFamily="34" charset="-120"/>
              </a:rPr>
              <a:t>"The Solution: </a:t>
            </a:r>
            <a:r>
              <a:rPr lang="en-IN" sz="1500" i="1" dirty="0">
                <a:solidFill>
                  <a:srgbClr val="1A432B"/>
                </a:solidFill>
                <a:latin typeface="Montserrat Medium" pitchFamily="34" charset="0"/>
                <a:ea typeface="Montserrat Medium" pitchFamily="34" charset="-122"/>
                <a:cs typeface="Montserrat Medium" pitchFamily="34" charset="-120"/>
              </a:rPr>
              <a:t>Develop an ML based system to predict hospital readmission risk and assist healthcare providers in early </a:t>
            </a:r>
            <a:r>
              <a:rPr lang="en-IN" sz="1600" dirty="0"/>
              <a:t>intervention</a:t>
            </a:r>
            <a:endParaRPr lang="en-US" sz="1500" dirty="0"/>
          </a:p>
        </p:txBody>
      </p:sp>
      <p:sp>
        <p:nvSpPr>
          <p:cNvPr id="2" name="TextBox 1">
            <a:extLst>
              <a:ext uri="{FF2B5EF4-FFF2-40B4-BE49-F238E27FC236}">
                <a16:creationId xmlns:a16="http://schemas.microsoft.com/office/drawing/2014/main" id="{41050929-F0E0-96F6-17CE-AE23C9DA753A}"/>
              </a:ext>
            </a:extLst>
          </p:cNvPr>
          <p:cNvSpPr txBox="1"/>
          <p:nvPr/>
        </p:nvSpPr>
        <p:spPr>
          <a:xfrm>
            <a:off x="571500" y="748174"/>
            <a:ext cx="8171571" cy="3647152"/>
          </a:xfrm>
          <a:prstGeom prst="rect">
            <a:avLst/>
          </a:prstGeom>
          <a:noFill/>
        </p:spPr>
        <p:txBody>
          <a:bodyPr wrap="square" rtlCol="0">
            <a:spAutoFit/>
          </a:bodyPr>
          <a:lstStyle/>
          <a:p>
            <a:r>
              <a:rPr lang="en-IN" sz="1500" i="1" dirty="0">
                <a:solidFill>
                  <a:schemeClr val="bg2">
                    <a:lumMod val="10000"/>
                  </a:schemeClr>
                </a:solidFill>
                <a:latin typeface="Montserrat Medium" pitchFamily="34" charset="0"/>
              </a:rPr>
              <a:t>Hospital readmission within 30 days of discharge is a major healthcare quality indicator and is often considered preventable. </a:t>
            </a:r>
          </a:p>
          <a:p>
            <a:endParaRPr lang="en-IN" sz="1500" i="1" dirty="0">
              <a:solidFill>
                <a:srgbClr val="1A432B"/>
              </a:solidFill>
              <a:latin typeface="Montserrat Medium" pitchFamily="34" charset="0"/>
            </a:endParaRPr>
          </a:p>
          <a:p>
            <a:r>
              <a:rPr lang="en-IN" sz="1500" i="1" dirty="0">
                <a:solidFill>
                  <a:schemeClr val="bg2">
                    <a:lumMod val="10000"/>
                  </a:schemeClr>
                </a:solidFill>
                <a:latin typeface="Montserrat Medium" pitchFamily="34" charset="0"/>
              </a:rPr>
              <a:t>Diabetic patients have a significantly higher risk of early readmission, leading to increased healthcare costs and resource utilization. </a:t>
            </a:r>
          </a:p>
          <a:p>
            <a:endParaRPr lang="en-IN" sz="1500" i="1" dirty="0">
              <a:solidFill>
                <a:schemeClr val="bg2">
                  <a:lumMod val="10000"/>
                </a:schemeClr>
              </a:solidFill>
              <a:latin typeface="Montserrat Medium" pitchFamily="34" charset="0"/>
            </a:endParaRPr>
          </a:p>
          <a:p>
            <a:r>
              <a:rPr lang="en-IN" sz="1500" i="1" dirty="0">
                <a:solidFill>
                  <a:schemeClr val="bg2">
                    <a:lumMod val="10000"/>
                  </a:schemeClr>
                </a:solidFill>
                <a:latin typeface="Montserrat Medium" pitchFamily="34" charset="0"/>
              </a:rPr>
              <a:t>In the United States, approximately 1 in 5 Medicare patients is readmitted within 30 days, resulting in annual costs exceeding $26 billion. </a:t>
            </a:r>
          </a:p>
          <a:p>
            <a:endParaRPr lang="en-IN" sz="1500" i="1" dirty="0">
              <a:solidFill>
                <a:schemeClr val="bg2">
                  <a:lumMod val="10000"/>
                </a:schemeClr>
              </a:solidFill>
              <a:latin typeface="Montserrat Medium" pitchFamily="34" charset="0"/>
            </a:endParaRPr>
          </a:p>
          <a:p>
            <a:r>
              <a:rPr lang="en-IN" sz="1500" i="1" dirty="0">
                <a:solidFill>
                  <a:schemeClr val="bg2">
                    <a:lumMod val="10000"/>
                  </a:schemeClr>
                </a:solidFill>
                <a:latin typeface="Montserrat Medium" pitchFamily="34" charset="0"/>
              </a:rPr>
              <a:t>Hospitals with excessive readmission rates may face financial penalties under healthcare policies. </a:t>
            </a:r>
          </a:p>
          <a:p>
            <a:endParaRPr lang="en-IN" sz="1500" i="1" dirty="0">
              <a:solidFill>
                <a:schemeClr val="bg2">
                  <a:lumMod val="10000"/>
                </a:schemeClr>
              </a:solidFill>
              <a:latin typeface="Montserrat Medium" pitchFamily="34" charset="0"/>
            </a:endParaRPr>
          </a:p>
          <a:p>
            <a:r>
              <a:rPr lang="en-IN" sz="1500" i="1" dirty="0">
                <a:solidFill>
                  <a:schemeClr val="bg2">
                    <a:lumMod val="10000"/>
                  </a:schemeClr>
                </a:solidFill>
                <a:latin typeface="Montserrat Medium" pitchFamily="34" charset="0"/>
              </a:rPr>
              <a:t>Therefore, predicting high-risk patients before discharge can support preventive care, improve patient outcomes, and reduce healthcare expenses. </a:t>
            </a:r>
          </a:p>
          <a:p>
            <a:endParaRPr lang="en-IN" dirty="0"/>
          </a:p>
        </p:txBody>
      </p:sp>
      <p:sp>
        <p:nvSpPr>
          <p:cNvPr id="15" name="Oval 14">
            <a:extLst>
              <a:ext uri="{FF2B5EF4-FFF2-40B4-BE49-F238E27FC236}">
                <a16:creationId xmlns:a16="http://schemas.microsoft.com/office/drawing/2014/main" id="{04533C37-37A8-B68E-9DD3-0C953113DC11}"/>
              </a:ext>
            </a:extLst>
          </p:cNvPr>
          <p:cNvSpPr/>
          <p:nvPr/>
        </p:nvSpPr>
        <p:spPr>
          <a:xfrm>
            <a:off x="465992" y="886265"/>
            <a:ext cx="105508" cy="103644"/>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6097BD22-D3BB-51F2-9AF1-156EA0FBB71D}"/>
              </a:ext>
            </a:extLst>
          </p:cNvPr>
          <p:cNvSpPr/>
          <p:nvPr/>
        </p:nvSpPr>
        <p:spPr>
          <a:xfrm>
            <a:off x="465992" y="1546590"/>
            <a:ext cx="105508" cy="103644"/>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612F4998-8B24-F800-CDEA-010F0BA4C005}"/>
              </a:ext>
            </a:extLst>
          </p:cNvPr>
          <p:cNvSpPr/>
          <p:nvPr/>
        </p:nvSpPr>
        <p:spPr>
          <a:xfrm>
            <a:off x="465992" y="2273579"/>
            <a:ext cx="105508" cy="103644"/>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FDF3C272-DE10-D253-C055-A0AFEEBD973B}"/>
              </a:ext>
            </a:extLst>
          </p:cNvPr>
          <p:cNvSpPr/>
          <p:nvPr/>
        </p:nvSpPr>
        <p:spPr>
          <a:xfrm>
            <a:off x="465991" y="2892475"/>
            <a:ext cx="105508" cy="103644"/>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3" name="Oval 22">
            <a:extLst>
              <a:ext uri="{FF2B5EF4-FFF2-40B4-BE49-F238E27FC236}">
                <a16:creationId xmlns:a16="http://schemas.microsoft.com/office/drawing/2014/main" id="{95A4F9B9-81A8-0F5B-245B-42B700EC656C}"/>
              </a:ext>
            </a:extLst>
          </p:cNvPr>
          <p:cNvSpPr/>
          <p:nvPr/>
        </p:nvSpPr>
        <p:spPr>
          <a:xfrm>
            <a:off x="467164" y="3619704"/>
            <a:ext cx="105508" cy="103644"/>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5" name="Rectangle: Rounded Corners 24">
            <a:extLst>
              <a:ext uri="{FF2B5EF4-FFF2-40B4-BE49-F238E27FC236}">
                <a16:creationId xmlns:a16="http://schemas.microsoft.com/office/drawing/2014/main" id="{72864F00-3EB4-B112-2F62-9D1588FAB18B}"/>
              </a:ext>
            </a:extLst>
          </p:cNvPr>
          <p:cNvSpPr/>
          <p:nvPr/>
        </p:nvSpPr>
        <p:spPr>
          <a:xfrm>
            <a:off x="3186332" y="138725"/>
            <a:ext cx="2764302" cy="448333"/>
          </a:xfrm>
          <a:prstGeom prst="round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737146"/>
            <a:ext cx="8572500" cy="278606"/>
          </a:xfrm>
          <a:prstGeom prst="rect">
            <a:avLst/>
          </a:prstGeom>
          <a:noFill/>
          <a:ln/>
        </p:spPr>
        <p:txBody>
          <a:bodyPr wrap="square" lIns="0" tIns="0" rIns="0" bIns="0" rtlCol="0" anchor="t">
            <a:spAutoFit/>
          </a:bodyPr>
          <a:lstStyle/>
          <a:p>
            <a:pPr marL="0" indent="0" algn="l">
              <a:buNone/>
            </a:pPr>
            <a:r>
              <a:rPr lang="en-US" sz="1700" kern="0" spc="3" dirty="0">
                <a:solidFill>
                  <a:srgbClr val="1A432B"/>
                </a:solidFill>
                <a:latin typeface="Montserrat Medium" pitchFamily="34" charset="0"/>
                <a:ea typeface="Montserrat Medium" pitchFamily="34" charset="-122"/>
                <a:cs typeface="Montserrat Medium" pitchFamily="34" charset="-120"/>
              </a:rPr>
              <a:t>DATASET: DIABETES 130-US HOSPITALS</a:t>
            </a:r>
            <a:endParaRPr lang="en-US" sz="1700" dirty="0"/>
          </a:p>
        </p:txBody>
      </p:sp>
      <p:sp>
        <p:nvSpPr>
          <p:cNvPr id="5" name="Text 1"/>
          <p:cNvSpPr/>
          <p:nvPr/>
        </p:nvSpPr>
        <p:spPr>
          <a:xfrm>
            <a:off x="428625" y="1540371"/>
            <a:ext cx="3729038" cy="173236"/>
          </a:xfrm>
          <a:prstGeom prst="rect">
            <a:avLst/>
          </a:prstGeom>
          <a:noFill/>
          <a:ln/>
        </p:spPr>
        <p:txBody>
          <a:bodyPr wrap="square" lIns="0" tIns="0" rIns="0" bIns="0" rtlCol="0" anchor="t">
            <a:spAutoFit/>
          </a:bodyPr>
          <a:lstStyle/>
          <a:p>
            <a:pPr marL="0" indent="0" algn="l">
              <a:buNone/>
            </a:pPr>
            <a:r>
              <a:rPr lang="en-US" sz="1050" dirty="0">
                <a:solidFill>
                  <a:srgbClr val="1A432B"/>
                </a:solidFill>
                <a:latin typeface="Montserrat Medium" pitchFamily="34" charset="0"/>
                <a:ea typeface="Montserrat Medium" pitchFamily="34" charset="-122"/>
                <a:cs typeface="Montserrat Medium" pitchFamily="34" charset="-120"/>
              </a:rPr>
              <a:t>Source</a:t>
            </a:r>
            <a:endParaRPr lang="en-US" sz="1050" dirty="0"/>
          </a:p>
        </p:txBody>
      </p:sp>
      <p:sp>
        <p:nvSpPr>
          <p:cNvPr id="6" name="Text 2"/>
          <p:cNvSpPr/>
          <p:nvPr/>
        </p:nvSpPr>
        <p:spPr>
          <a:xfrm>
            <a:off x="428625" y="1749326"/>
            <a:ext cx="3729038" cy="192881"/>
          </a:xfrm>
          <a:prstGeom prst="rect">
            <a:avLst/>
          </a:prstGeom>
          <a:noFill/>
          <a:ln/>
        </p:spPr>
        <p:txBody>
          <a:bodyPr wrap="none" lIns="0" tIns="0" rIns="0" bIns="0" rtlCol="0" anchor="t">
            <a:spAutoFit/>
          </a:bodyPr>
          <a:lstStyle/>
          <a:p>
            <a:pPr marL="0" indent="0" algn="l">
              <a:lnSpc>
                <a:spcPct val="120000"/>
              </a:lnSpc>
              <a:buNone/>
            </a:pPr>
            <a:r>
              <a:rPr lang="en-US" sz="950" dirty="0">
                <a:solidFill>
                  <a:srgbClr val="2D5A3F"/>
                </a:solidFill>
                <a:latin typeface="Open Sans Light" pitchFamily="34" charset="0"/>
                <a:ea typeface="Open Sans Light" pitchFamily="34" charset="-122"/>
                <a:cs typeface="Open Sans Light" pitchFamily="34" charset="-120"/>
              </a:rPr>
              <a:t>10 years (1999–2008) of clinical care at 130 US hospitals.</a:t>
            </a:r>
            <a:endParaRPr lang="en-US" sz="950" dirty="0"/>
          </a:p>
        </p:txBody>
      </p:sp>
      <p:sp>
        <p:nvSpPr>
          <p:cNvPr id="7" name="Text 3"/>
          <p:cNvSpPr/>
          <p:nvPr/>
        </p:nvSpPr>
        <p:spPr>
          <a:xfrm>
            <a:off x="428625" y="2027932"/>
            <a:ext cx="3729038" cy="173236"/>
          </a:xfrm>
          <a:prstGeom prst="rect">
            <a:avLst/>
          </a:prstGeom>
          <a:noFill/>
          <a:ln/>
        </p:spPr>
        <p:txBody>
          <a:bodyPr wrap="square" lIns="0" tIns="0" rIns="0" bIns="0" rtlCol="0" anchor="t">
            <a:spAutoFit/>
          </a:bodyPr>
          <a:lstStyle/>
          <a:p>
            <a:pPr marL="0" indent="0" algn="l">
              <a:buNone/>
            </a:pPr>
            <a:r>
              <a:rPr lang="en-US" sz="1050" dirty="0">
                <a:solidFill>
                  <a:srgbClr val="1A432B"/>
                </a:solidFill>
                <a:latin typeface="Montserrat Medium" pitchFamily="34" charset="0"/>
                <a:ea typeface="Montserrat Medium" pitchFamily="34" charset="-122"/>
                <a:cs typeface="Montserrat Medium" pitchFamily="34" charset="-120"/>
              </a:rPr>
              <a:t>Scope</a:t>
            </a:r>
            <a:endParaRPr lang="en-US" sz="1050" dirty="0"/>
          </a:p>
        </p:txBody>
      </p:sp>
      <p:sp>
        <p:nvSpPr>
          <p:cNvPr id="8" name="Text 4"/>
          <p:cNvSpPr/>
          <p:nvPr/>
        </p:nvSpPr>
        <p:spPr>
          <a:xfrm>
            <a:off x="428625" y="2236887"/>
            <a:ext cx="3729038" cy="385763"/>
          </a:xfrm>
          <a:prstGeom prst="rect">
            <a:avLst/>
          </a:prstGeom>
          <a:noFill/>
          <a:ln/>
        </p:spPr>
        <p:txBody>
          <a:bodyPr wrap="square" lIns="0" tIns="0" rIns="0" bIns="0" rtlCol="0" anchor="t">
            <a:spAutoFit/>
          </a:bodyPr>
          <a:lstStyle/>
          <a:p>
            <a:pPr marL="0" indent="0" algn="l">
              <a:lnSpc>
                <a:spcPct val="120000"/>
              </a:lnSpc>
              <a:buNone/>
            </a:pPr>
            <a:r>
              <a:rPr lang="en-US" sz="950" dirty="0">
                <a:solidFill>
                  <a:srgbClr val="2D5A3F"/>
                </a:solidFill>
                <a:latin typeface="Open Sans Light" pitchFamily="34" charset="0"/>
                <a:ea typeface="Open Sans Light" pitchFamily="34" charset="-122"/>
                <a:cs typeface="Open Sans Light" pitchFamily="34" charset="-120"/>
              </a:rPr>
              <a:t>101,766 instances representing unique hospital encounters for diabetic patients.</a:t>
            </a:r>
            <a:endParaRPr lang="en-US" sz="950" dirty="0"/>
          </a:p>
        </p:txBody>
      </p:sp>
      <p:sp>
        <p:nvSpPr>
          <p:cNvPr id="9" name="Text 5"/>
          <p:cNvSpPr/>
          <p:nvPr/>
        </p:nvSpPr>
        <p:spPr>
          <a:xfrm>
            <a:off x="428625" y="2865537"/>
            <a:ext cx="3729038" cy="191095"/>
          </a:xfrm>
          <a:prstGeom prst="rect">
            <a:avLst/>
          </a:prstGeom>
          <a:noFill/>
          <a:ln/>
        </p:spPr>
        <p:txBody>
          <a:bodyPr wrap="square" lIns="0" tIns="0" rIns="0" bIns="0" rtlCol="0" anchor="t">
            <a:spAutoFit/>
          </a:bodyPr>
          <a:lstStyle/>
          <a:p>
            <a:pPr marL="0" indent="0" algn="l">
              <a:buNone/>
            </a:pPr>
            <a:r>
              <a:rPr lang="en-US" sz="1150" dirty="0">
                <a:solidFill>
                  <a:srgbClr val="FF6B6B"/>
                </a:solidFill>
                <a:latin typeface="Montserrat Medium" pitchFamily="34" charset="0"/>
                <a:ea typeface="Montserrat Medium" pitchFamily="34" charset="-122"/>
                <a:cs typeface="Montserrat Medium" pitchFamily="34" charset="-120"/>
              </a:rPr>
              <a:t>Target Variable</a:t>
            </a:r>
            <a:endParaRPr lang="en-US" sz="1150" dirty="0"/>
          </a:p>
        </p:txBody>
      </p:sp>
      <p:sp>
        <p:nvSpPr>
          <p:cNvPr id="10" name="Text 6"/>
          <p:cNvSpPr/>
          <p:nvPr/>
        </p:nvSpPr>
        <p:spPr>
          <a:xfrm>
            <a:off x="428625" y="3056632"/>
            <a:ext cx="3729038" cy="385763"/>
          </a:xfrm>
          <a:prstGeom prst="rect">
            <a:avLst/>
          </a:prstGeom>
          <a:noFill/>
          <a:ln/>
        </p:spPr>
        <p:txBody>
          <a:bodyPr wrap="square" lIns="0" tIns="0" rIns="0" bIns="0" rtlCol="0" anchor="t">
            <a:spAutoFit/>
          </a:bodyPr>
          <a:lstStyle/>
          <a:p>
            <a:pPr marL="0" indent="0" algn="l">
              <a:lnSpc>
                <a:spcPct val="120000"/>
              </a:lnSpc>
              <a:buNone/>
            </a:pPr>
            <a:r>
              <a:rPr lang="en-US" sz="950" dirty="0">
                <a:solidFill>
                  <a:srgbClr val="2D5A3F"/>
                </a:solidFill>
                <a:latin typeface="Open Sans Light" pitchFamily="34" charset="0"/>
                <a:ea typeface="Open Sans Light" pitchFamily="34" charset="-122"/>
                <a:cs typeface="Open Sans Light" pitchFamily="34" charset="-120"/>
              </a:rPr>
              <a:t>Readmission status categorized into:
</a:t>
            </a:r>
            <a:r>
              <a:rPr lang="en-US" sz="900" b="1" dirty="0">
                <a:solidFill>
                  <a:srgbClr val="2D5A3F"/>
                </a:solidFill>
                <a:latin typeface="Open Sans Light" pitchFamily="34" charset="0"/>
                <a:ea typeface="Open Sans Light" pitchFamily="34" charset="-122"/>
                <a:cs typeface="Open Sans Light" pitchFamily="34" charset="-120"/>
              </a:rPr>
              <a:t>&lt;30 days, &gt;30 days, or No readmission.</a:t>
            </a:r>
            <a:endParaRPr lang="en-US" sz="950" dirty="0"/>
          </a:p>
        </p:txBody>
      </p:sp>
      <p:sp>
        <p:nvSpPr>
          <p:cNvPr id="11" name="Text 7"/>
          <p:cNvSpPr/>
          <p:nvPr/>
        </p:nvSpPr>
        <p:spPr>
          <a:xfrm>
            <a:off x="4572000" y="1454646"/>
            <a:ext cx="4143375" cy="173236"/>
          </a:xfrm>
          <a:prstGeom prst="rect">
            <a:avLst/>
          </a:prstGeom>
          <a:noFill/>
          <a:ln/>
        </p:spPr>
        <p:txBody>
          <a:bodyPr wrap="square" lIns="0" tIns="0" rIns="0" bIns="0" rtlCol="0" anchor="t">
            <a:spAutoFit/>
          </a:bodyPr>
          <a:lstStyle/>
          <a:p>
            <a:pPr marL="0" indent="0" algn="l">
              <a:buNone/>
            </a:pPr>
            <a:r>
              <a:rPr lang="en-US" sz="1050" dirty="0">
                <a:solidFill>
                  <a:srgbClr val="1A432B"/>
                </a:solidFill>
                <a:latin typeface="Montserrat Medium" pitchFamily="34" charset="0"/>
                <a:ea typeface="Montserrat Medium" pitchFamily="34" charset="-122"/>
                <a:cs typeface="Montserrat Medium" pitchFamily="34" charset="-120"/>
              </a:rPr>
              <a:t>Key Attribute Categories</a:t>
            </a:r>
            <a:endParaRPr lang="en-US" sz="1050" dirty="0"/>
          </a:p>
        </p:txBody>
      </p:sp>
      <p:sp>
        <p:nvSpPr>
          <p:cNvPr id="12" name="Shape 8"/>
          <p:cNvSpPr/>
          <p:nvPr/>
        </p:nvSpPr>
        <p:spPr>
          <a:xfrm>
            <a:off x="4572000" y="1699320"/>
            <a:ext cx="1342048" cy="282178"/>
          </a:xfrm>
          <a:prstGeom prst="rect">
            <a:avLst/>
          </a:prstGeom>
          <a:solidFill>
            <a:srgbClr val="1A432B"/>
          </a:solidFill>
          <a:ln/>
        </p:spPr>
        <p:txBody>
          <a:bodyPr/>
          <a:lstStyle/>
          <a:p>
            <a:endParaRPr lang="en-IN"/>
          </a:p>
        </p:txBody>
      </p:sp>
      <p:sp>
        <p:nvSpPr>
          <p:cNvPr id="13" name="Text 9"/>
          <p:cNvSpPr/>
          <p:nvPr/>
        </p:nvSpPr>
        <p:spPr>
          <a:xfrm>
            <a:off x="4572000" y="1699320"/>
            <a:ext cx="1342048" cy="282178"/>
          </a:xfrm>
          <a:prstGeom prst="rect">
            <a:avLst/>
          </a:prstGeom>
          <a:noFill/>
          <a:ln/>
        </p:spPr>
        <p:txBody>
          <a:bodyPr wrap="square" lIns="85090" tIns="85090" rIns="85090" bIns="85090" rtlCol="0" anchor="ctr">
            <a:spAutoFit/>
          </a:bodyPr>
          <a:lstStyle/>
          <a:p>
            <a:pPr marL="0" indent="0" algn="l">
              <a:buNone/>
            </a:pPr>
            <a:r>
              <a:rPr lang="en-US" sz="850" dirty="0">
                <a:solidFill>
                  <a:srgbClr val="E8F3EB"/>
                </a:solidFill>
                <a:latin typeface="Montserrat Medium" pitchFamily="34" charset="0"/>
                <a:ea typeface="Montserrat Medium" pitchFamily="34" charset="-122"/>
                <a:cs typeface="Montserrat Medium" pitchFamily="34" charset="-120"/>
              </a:rPr>
              <a:t>Category</a:t>
            </a:r>
            <a:endParaRPr lang="en-US" sz="850" dirty="0"/>
          </a:p>
        </p:txBody>
      </p:sp>
      <p:sp>
        <p:nvSpPr>
          <p:cNvPr id="14" name="Shape 10"/>
          <p:cNvSpPr/>
          <p:nvPr/>
        </p:nvSpPr>
        <p:spPr>
          <a:xfrm>
            <a:off x="5914048" y="1699320"/>
            <a:ext cx="2801327" cy="282178"/>
          </a:xfrm>
          <a:prstGeom prst="rect">
            <a:avLst/>
          </a:prstGeom>
          <a:solidFill>
            <a:srgbClr val="1A432B"/>
          </a:solidFill>
          <a:ln/>
        </p:spPr>
        <p:txBody>
          <a:bodyPr/>
          <a:lstStyle/>
          <a:p>
            <a:endParaRPr lang="en-IN"/>
          </a:p>
        </p:txBody>
      </p:sp>
      <p:sp>
        <p:nvSpPr>
          <p:cNvPr id="15" name="Text 11"/>
          <p:cNvSpPr/>
          <p:nvPr/>
        </p:nvSpPr>
        <p:spPr>
          <a:xfrm>
            <a:off x="5914048" y="1699320"/>
            <a:ext cx="2801327" cy="282178"/>
          </a:xfrm>
          <a:prstGeom prst="rect">
            <a:avLst/>
          </a:prstGeom>
          <a:noFill/>
          <a:ln/>
        </p:spPr>
        <p:txBody>
          <a:bodyPr wrap="square" lIns="85090" tIns="85090" rIns="85090" bIns="85090" rtlCol="0" anchor="ctr">
            <a:spAutoFit/>
          </a:bodyPr>
          <a:lstStyle/>
          <a:p>
            <a:pPr marL="0" indent="0" algn="l">
              <a:buNone/>
            </a:pPr>
            <a:r>
              <a:rPr lang="en-US" sz="850" dirty="0">
                <a:solidFill>
                  <a:srgbClr val="E8F3EB"/>
                </a:solidFill>
                <a:latin typeface="Montserrat Medium" pitchFamily="34" charset="0"/>
                <a:ea typeface="Montserrat Medium" pitchFamily="34" charset="-122"/>
                <a:cs typeface="Montserrat Medium" pitchFamily="34" charset="-120"/>
              </a:rPr>
              <a:t>Examples</a:t>
            </a:r>
            <a:endParaRPr lang="en-US" sz="850" dirty="0"/>
          </a:p>
        </p:txBody>
      </p:sp>
      <p:sp>
        <p:nvSpPr>
          <p:cNvPr id="16" name="Text 12"/>
          <p:cNvSpPr/>
          <p:nvPr/>
        </p:nvSpPr>
        <p:spPr>
          <a:xfrm>
            <a:off x="4572000" y="1981498"/>
            <a:ext cx="1342048" cy="301823"/>
          </a:xfrm>
          <a:prstGeom prst="rect">
            <a:avLst/>
          </a:prstGeom>
          <a:noFill/>
          <a:ln/>
        </p:spPr>
        <p:txBody>
          <a:bodyPr wrap="square" lIns="85090" tIns="85090" rIns="85090" bIns="85090" rtlCol="0" anchor="ctr">
            <a:spAutoFit/>
          </a:bodyPr>
          <a:lstStyle/>
          <a:p>
            <a:pPr marL="0" indent="0" algn="l">
              <a:buNone/>
            </a:pPr>
            <a:r>
              <a:rPr lang="en-US" sz="850" dirty="0">
                <a:solidFill>
                  <a:srgbClr val="2D5A3F"/>
                </a:solidFill>
                <a:latin typeface="Open Sans Light" pitchFamily="34" charset="0"/>
                <a:ea typeface="Open Sans Light" pitchFamily="34" charset="-122"/>
                <a:cs typeface="Open Sans Light" pitchFamily="34" charset="-120"/>
              </a:rPr>
              <a:t>Demographics</a:t>
            </a:r>
            <a:endParaRPr lang="en-US" sz="850" dirty="0"/>
          </a:p>
        </p:txBody>
      </p:sp>
      <p:sp>
        <p:nvSpPr>
          <p:cNvPr id="17" name="Text 13"/>
          <p:cNvSpPr/>
          <p:nvPr/>
        </p:nvSpPr>
        <p:spPr>
          <a:xfrm>
            <a:off x="5914048" y="1981498"/>
            <a:ext cx="2801327" cy="301823"/>
          </a:xfrm>
          <a:prstGeom prst="rect">
            <a:avLst/>
          </a:prstGeom>
          <a:noFill/>
          <a:ln/>
        </p:spPr>
        <p:txBody>
          <a:bodyPr wrap="square" lIns="85090" tIns="85090" rIns="85090" bIns="85090" rtlCol="0" anchor="ctr">
            <a:spAutoFit/>
          </a:bodyPr>
          <a:lstStyle/>
          <a:p>
            <a:pPr marL="0" indent="0" algn="l">
              <a:buNone/>
            </a:pPr>
            <a:r>
              <a:rPr lang="en-US" sz="850" dirty="0">
                <a:solidFill>
                  <a:srgbClr val="2D5A3F"/>
                </a:solidFill>
                <a:latin typeface="Open Sans Light" pitchFamily="34" charset="0"/>
                <a:ea typeface="Open Sans Light" pitchFamily="34" charset="-122"/>
                <a:cs typeface="Open Sans Light" pitchFamily="34" charset="-120"/>
              </a:rPr>
              <a:t>Age, Race, Gender</a:t>
            </a:r>
            <a:endParaRPr lang="en-US" sz="850" dirty="0"/>
          </a:p>
        </p:txBody>
      </p:sp>
      <p:sp>
        <p:nvSpPr>
          <p:cNvPr id="18" name="Text 14"/>
          <p:cNvSpPr/>
          <p:nvPr/>
        </p:nvSpPr>
        <p:spPr>
          <a:xfrm>
            <a:off x="4572000" y="2283321"/>
            <a:ext cx="1342048" cy="305395"/>
          </a:xfrm>
          <a:prstGeom prst="rect">
            <a:avLst/>
          </a:prstGeom>
          <a:noFill/>
          <a:ln/>
        </p:spPr>
        <p:txBody>
          <a:bodyPr wrap="square" lIns="85090" tIns="85090" rIns="85090" bIns="85090" rtlCol="0" anchor="ctr">
            <a:spAutoFit/>
          </a:bodyPr>
          <a:lstStyle/>
          <a:p>
            <a:pPr marL="0" indent="0" algn="l">
              <a:buNone/>
            </a:pPr>
            <a:r>
              <a:rPr lang="en-US" sz="850" dirty="0">
                <a:solidFill>
                  <a:srgbClr val="2D5A3F"/>
                </a:solidFill>
                <a:latin typeface="Open Sans Light" pitchFamily="34" charset="0"/>
                <a:ea typeface="Open Sans Light" pitchFamily="34" charset="-122"/>
                <a:cs typeface="Open Sans Light" pitchFamily="34" charset="-120"/>
              </a:rPr>
              <a:t>Clinical Data</a:t>
            </a:r>
            <a:endParaRPr lang="en-US" sz="850" dirty="0"/>
          </a:p>
        </p:txBody>
      </p:sp>
      <p:sp>
        <p:nvSpPr>
          <p:cNvPr id="19" name="Text 15"/>
          <p:cNvSpPr/>
          <p:nvPr/>
        </p:nvSpPr>
        <p:spPr>
          <a:xfrm>
            <a:off x="5914048" y="2283321"/>
            <a:ext cx="2801327" cy="305395"/>
          </a:xfrm>
          <a:prstGeom prst="rect">
            <a:avLst/>
          </a:prstGeom>
          <a:noFill/>
          <a:ln/>
        </p:spPr>
        <p:txBody>
          <a:bodyPr wrap="square" lIns="85090" tIns="85090" rIns="85090" bIns="85090" rtlCol="0" anchor="ctr">
            <a:spAutoFit/>
          </a:bodyPr>
          <a:lstStyle/>
          <a:p>
            <a:pPr marL="0" indent="0" algn="l">
              <a:buNone/>
            </a:pPr>
            <a:r>
              <a:rPr lang="en-US" sz="850" dirty="0">
                <a:solidFill>
                  <a:srgbClr val="2D5A3F"/>
                </a:solidFill>
                <a:latin typeface="Open Sans Light" pitchFamily="34" charset="0"/>
                <a:ea typeface="Open Sans Light" pitchFamily="34" charset="-122"/>
                <a:cs typeface="Open Sans Light" pitchFamily="34" charset="-120"/>
              </a:rPr>
              <a:t>Diagnoses (ICD-9), Medications</a:t>
            </a:r>
            <a:endParaRPr lang="en-US" sz="850" dirty="0"/>
          </a:p>
        </p:txBody>
      </p:sp>
      <p:sp>
        <p:nvSpPr>
          <p:cNvPr id="20" name="Text 16"/>
          <p:cNvSpPr/>
          <p:nvPr/>
        </p:nvSpPr>
        <p:spPr>
          <a:xfrm>
            <a:off x="4572000" y="2588716"/>
            <a:ext cx="1342048" cy="305395"/>
          </a:xfrm>
          <a:prstGeom prst="rect">
            <a:avLst/>
          </a:prstGeom>
          <a:noFill/>
          <a:ln/>
        </p:spPr>
        <p:txBody>
          <a:bodyPr wrap="square" lIns="85090" tIns="85090" rIns="85090" bIns="85090" rtlCol="0" anchor="ctr">
            <a:spAutoFit/>
          </a:bodyPr>
          <a:lstStyle/>
          <a:p>
            <a:pPr marL="0" indent="0" algn="l">
              <a:buNone/>
            </a:pPr>
            <a:r>
              <a:rPr lang="en-US" sz="850" dirty="0">
                <a:solidFill>
                  <a:srgbClr val="2D5A3F"/>
                </a:solidFill>
                <a:latin typeface="Open Sans Light" pitchFamily="34" charset="0"/>
                <a:ea typeface="Open Sans Light" pitchFamily="34" charset="-122"/>
                <a:cs typeface="Open Sans Light" pitchFamily="34" charset="-120"/>
              </a:rPr>
              <a:t>Hospitalization</a:t>
            </a:r>
            <a:endParaRPr lang="en-US" sz="850" dirty="0"/>
          </a:p>
        </p:txBody>
      </p:sp>
      <p:sp>
        <p:nvSpPr>
          <p:cNvPr id="21" name="Text 17"/>
          <p:cNvSpPr/>
          <p:nvPr/>
        </p:nvSpPr>
        <p:spPr>
          <a:xfrm>
            <a:off x="5914048" y="2588716"/>
            <a:ext cx="2801327" cy="305395"/>
          </a:xfrm>
          <a:prstGeom prst="rect">
            <a:avLst/>
          </a:prstGeom>
          <a:noFill/>
          <a:ln/>
        </p:spPr>
        <p:txBody>
          <a:bodyPr wrap="square" lIns="85090" tIns="85090" rIns="85090" bIns="85090" rtlCol="0" anchor="ctr">
            <a:spAutoFit/>
          </a:bodyPr>
          <a:lstStyle/>
          <a:p>
            <a:pPr marL="0" indent="0" algn="l">
              <a:buNone/>
            </a:pPr>
            <a:r>
              <a:rPr lang="en-US" sz="850" dirty="0">
                <a:solidFill>
                  <a:srgbClr val="2D5A3F"/>
                </a:solidFill>
                <a:latin typeface="Open Sans Light" pitchFamily="34" charset="0"/>
                <a:ea typeface="Open Sans Light" pitchFamily="34" charset="-122"/>
                <a:cs typeface="Open Sans Light" pitchFamily="34" charset="-120"/>
              </a:rPr>
              <a:t>Time in Hospital, Emergency Visits</a:t>
            </a:r>
            <a:endParaRPr lang="en-US" sz="850" dirty="0"/>
          </a:p>
        </p:txBody>
      </p:sp>
      <p:sp>
        <p:nvSpPr>
          <p:cNvPr id="22" name="Text 18"/>
          <p:cNvSpPr/>
          <p:nvPr/>
        </p:nvSpPr>
        <p:spPr>
          <a:xfrm>
            <a:off x="4572000" y="2894112"/>
            <a:ext cx="1342048" cy="305395"/>
          </a:xfrm>
          <a:prstGeom prst="rect">
            <a:avLst/>
          </a:prstGeom>
          <a:noFill/>
          <a:ln/>
        </p:spPr>
        <p:txBody>
          <a:bodyPr wrap="square" lIns="85090" tIns="85090" rIns="85090" bIns="85090" rtlCol="0" anchor="ctr">
            <a:spAutoFit/>
          </a:bodyPr>
          <a:lstStyle/>
          <a:p>
            <a:pPr marL="0" indent="0" algn="l">
              <a:buNone/>
            </a:pPr>
            <a:r>
              <a:rPr lang="en-US" sz="850" dirty="0">
                <a:solidFill>
                  <a:srgbClr val="2D5A3F"/>
                </a:solidFill>
                <a:latin typeface="Open Sans Light" pitchFamily="34" charset="0"/>
                <a:ea typeface="Open Sans Light" pitchFamily="34" charset="-122"/>
                <a:cs typeface="Open Sans Light" pitchFamily="34" charset="-120"/>
              </a:rPr>
              <a:t>Procedures</a:t>
            </a:r>
            <a:endParaRPr lang="en-US" sz="850" dirty="0"/>
          </a:p>
        </p:txBody>
      </p:sp>
      <p:sp>
        <p:nvSpPr>
          <p:cNvPr id="23" name="Text 19"/>
          <p:cNvSpPr/>
          <p:nvPr/>
        </p:nvSpPr>
        <p:spPr>
          <a:xfrm>
            <a:off x="5914048" y="2894112"/>
            <a:ext cx="2801327" cy="305395"/>
          </a:xfrm>
          <a:prstGeom prst="rect">
            <a:avLst/>
          </a:prstGeom>
          <a:noFill/>
          <a:ln/>
        </p:spPr>
        <p:txBody>
          <a:bodyPr wrap="square" lIns="85090" tIns="85090" rIns="85090" bIns="85090" rtlCol="0" anchor="ctr">
            <a:spAutoFit/>
          </a:bodyPr>
          <a:lstStyle/>
          <a:p>
            <a:pPr marL="0" indent="0" algn="l">
              <a:buNone/>
            </a:pPr>
            <a:r>
              <a:rPr lang="en-US" sz="850" dirty="0">
                <a:solidFill>
                  <a:srgbClr val="2D5A3F"/>
                </a:solidFill>
                <a:latin typeface="Open Sans Light" pitchFamily="34" charset="0"/>
                <a:ea typeface="Open Sans Light" pitchFamily="34" charset="-122"/>
                <a:cs typeface="Open Sans Light" pitchFamily="34" charset="-120"/>
              </a:rPr>
              <a:t>Lab Procedures, Inpatient Visits</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7144"/>
            <a:ext cx="9144000" cy="5143500"/>
          </a:xfrm>
          <a:prstGeom prst="rect">
            <a:avLst/>
          </a:prstGeom>
        </p:spPr>
      </p:pic>
      <p:sp>
        <p:nvSpPr>
          <p:cNvPr id="4" name="Text 0"/>
          <p:cNvSpPr/>
          <p:nvPr/>
        </p:nvSpPr>
        <p:spPr>
          <a:xfrm>
            <a:off x="571500" y="730002"/>
            <a:ext cx="8572500" cy="278606"/>
          </a:xfrm>
          <a:prstGeom prst="rect">
            <a:avLst/>
          </a:prstGeom>
          <a:noFill/>
          <a:ln/>
        </p:spPr>
        <p:txBody>
          <a:bodyPr wrap="square" lIns="0" tIns="0" rIns="0" bIns="0" rtlCol="0" anchor="t">
            <a:spAutoFit/>
          </a:bodyPr>
          <a:lstStyle/>
          <a:p>
            <a:pPr marL="0" indent="0" algn="l">
              <a:buNone/>
            </a:pPr>
            <a:r>
              <a:rPr lang="en-US" sz="1700" kern="0" spc="3" dirty="0">
                <a:solidFill>
                  <a:srgbClr val="1A432B"/>
                </a:solidFill>
                <a:latin typeface="Montserrat Medium" pitchFamily="34" charset="0"/>
                <a:ea typeface="Montserrat Medium" pitchFamily="34" charset="-122"/>
                <a:cs typeface="Montserrat Medium" pitchFamily="34" charset="-120"/>
              </a:rPr>
              <a:t>DATA PREPROCESSING PIPELINE</a:t>
            </a:r>
            <a:endParaRPr lang="en-US" sz="1700" dirty="0"/>
          </a:p>
        </p:txBody>
      </p:sp>
      <p:sp>
        <p:nvSpPr>
          <p:cNvPr id="5" name="Shape 1"/>
          <p:cNvSpPr/>
          <p:nvPr/>
        </p:nvSpPr>
        <p:spPr>
          <a:xfrm>
            <a:off x="857250" y="1590377"/>
            <a:ext cx="571500" cy="571500"/>
          </a:xfrm>
          <a:prstGeom prst="rect">
            <a:avLst/>
          </a:prstGeom>
          <a:solidFill>
            <a:srgbClr val="1A432B"/>
          </a:solidFill>
          <a:ln/>
        </p:spPr>
        <p:txBody>
          <a:bodyPr/>
          <a:lstStyle/>
          <a:p>
            <a:endParaRPr lang="en-IN"/>
          </a:p>
        </p:txBody>
      </p:sp>
      <p:pic>
        <p:nvPicPr>
          <p:cNvPr id="6" name="Image 1" descr="preencoded.png"/>
          <p:cNvPicPr>
            <a:picLocks noChangeAspect="1"/>
          </p:cNvPicPr>
          <p:nvPr/>
        </p:nvPicPr>
        <p:blipFill>
          <a:blip r:embed="rId4"/>
          <a:stretch>
            <a:fillRect/>
          </a:stretch>
        </p:blipFill>
        <p:spPr>
          <a:xfrm>
            <a:off x="1028700" y="1761827"/>
            <a:ext cx="228600" cy="228600"/>
          </a:xfrm>
          <a:prstGeom prst="rect">
            <a:avLst/>
          </a:prstGeom>
        </p:spPr>
      </p:pic>
      <p:sp>
        <p:nvSpPr>
          <p:cNvPr id="7" name="Text 2"/>
          <p:cNvSpPr/>
          <p:nvPr/>
        </p:nvSpPr>
        <p:spPr>
          <a:xfrm>
            <a:off x="375940" y="2233315"/>
            <a:ext cx="1534120" cy="314325"/>
          </a:xfrm>
          <a:prstGeom prst="rect">
            <a:avLst/>
          </a:prstGeom>
          <a:noFill/>
          <a:ln/>
        </p:spPr>
        <p:txBody>
          <a:bodyPr wrap="square" lIns="0" tIns="0" rIns="0" bIns="0" rtlCol="0" anchor="ctr">
            <a:spAutoFit/>
          </a:bodyPr>
          <a:lstStyle/>
          <a:p>
            <a:pPr marL="0" indent="0" algn="ctr">
              <a:buNone/>
            </a:pPr>
            <a:r>
              <a:rPr lang="en-US" sz="950" dirty="0">
                <a:solidFill>
                  <a:srgbClr val="1A432B"/>
                </a:solidFill>
                <a:latin typeface="Montserrat Medium" pitchFamily="34" charset="0"/>
                <a:ea typeface="Montserrat Medium" pitchFamily="34" charset="-122"/>
                <a:cs typeface="Montserrat Medium" pitchFamily="34" charset="-120"/>
              </a:rPr>
              <a:t>Missing Value Handling</a:t>
            </a:r>
            <a:endParaRPr lang="en-US" sz="950" dirty="0"/>
          </a:p>
        </p:txBody>
      </p:sp>
      <p:sp>
        <p:nvSpPr>
          <p:cNvPr id="8" name="Text 3"/>
          <p:cNvSpPr/>
          <p:nvPr/>
        </p:nvSpPr>
        <p:spPr>
          <a:xfrm>
            <a:off x="285750" y="2619077"/>
            <a:ext cx="1714500" cy="450056"/>
          </a:xfrm>
          <a:prstGeom prst="rect">
            <a:avLst/>
          </a:prstGeom>
          <a:noFill/>
          <a:ln/>
        </p:spPr>
        <p:txBody>
          <a:bodyPr wrap="square" lIns="0" tIns="0" rIns="0" bIns="0" rtlCol="0" anchor="t">
            <a:spAutoFit/>
          </a:bodyPr>
          <a:lstStyle/>
          <a:p>
            <a:pPr marL="0" indent="0" algn="ctr">
              <a:lnSpc>
                <a:spcPct val="120000"/>
              </a:lnSpc>
              <a:buNone/>
            </a:pPr>
            <a:r>
              <a:rPr lang="en-US" sz="750" dirty="0">
                <a:solidFill>
                  <a:srgbClr val="2D5A3F"/>
                </a:solidFill>
                <a:latin typeface="Open Sans Light" pitchFamily="34" charset="0"/>
                <a:ea typeface="Open Sans Light" pitchFamily="34" charset="-122"/>
                <a:cs typeface="Open Sans Light" pitchFamily="34" charset="-120"/>
              </a:rPr>
              <a:t>Systematic removal or imputation of null values in weight, payer code, and specialty.</a:t>
            </a:r>
            <a:endParaRPr lang="en-US" sz="750" dirty="0"/>
          </a:p>
        </p:txBody>
      </p:sp>
      <p:pic>
        <p:nvPicPr>
          <p:cNvPr id="9" name="Image 2" descr="preencoded.png"/>
          <p:cNvPicPr>
            <a:picLocks noChangeAspect="1"/>
          </p:cNvPicPr>
          <p:nvPr/>
        </p:nvPicPr>
        <p:blipFill>
          <a:blip r:embed="rId5"/>
          <a:stretch>
            <a:fillRect/>
          </a:stretch>
        </p:blipFill>
        <p:spPr>
          <a:xfrm>
            <a:off x="2232422" y="1695748"/>
            <a:ext cx="107156" cy="171450"/>
          </a:xfrm>
          <a:prstGeom prst="rect">
            <a:avLst/>
          </a:prstGeom>
        </p:spPr>
      </p:pic>
      <p:sp>
        <p:nvSpPr>
          <p:cNvPr id="10" name="Shape 4"/>
          <p:cNvSpPr/>
          <p:nvPr/>
        </p:nvSpPr>
        <p:spPr>
          <a:xfrm>
            <a:off x="3143250" y="1590377"/>
            <a:ext cx="571500" cy="571500"/>
          </a:xfrm>
          <a:prstGeom prst="rect">
            <a:avLst/>
          </a:prstGeom>
          <a:solidFill>
            <a:srgbClr val="1A432B"/>
          </a:solidFill>
          <a:ln/>
        </p:spPr>
        <p:txBody>
          <a:bodyPr/>
          <a:lstStyle/>
          <a:p>
            <a:endParaRPr lang="en-IN"/>
          </a:p>
        </p:txBody>
      </p:sp>
      <p:pic>
        <p:nvPicPr>
          <p:cNvPr id="11" name="Image 3" descr="preencoded.png"/>
          <p:cNvPicPr>
            <a:picLocks noChangeAspect="1"/>
          </p:cNvPicPr>
          <p:nvPr/>
        </p:nvPicPr>
        <p:blipFill>
          <a:blip r:embed="rId6"/>
          <a:stretch>
            <a:fillRect/>
          </a:stretch>
        </p:blipFill>
        <p:spPr>
          <a:xfrm>
            <a:off x="3314700" y="1761827"/>
            <a:ext cx="228600" cy="228600"/>
          </a:xfrm>
          <a:prstGeom prst="rect">
            <a:avLst/>
          </a:prstGeom>
        </p:spPr>
      </p:pic>
      <p:sp>
        <p:nvSpPr>
          <p:cNvPr id="12" name="Text 5"/>
          <p:cNvSpPr/>
          <p:nvPr/>
        </p:nvSpPr>
        <p:spPr>
          <a:xfrm>
            <a:off x="2771775" y="2233315"/>
            <a:ext cx="1314450" cy="314325"/>
          </a:xfrm>
          <a:prstGeom prst="rect">
            <a:avLst/>
          </a:prstGeom>
          <a:noFill/>
          <a:ln/>
        </p:spPr>
        <p:txBody>
          <a:bodyPr wrap="square" lIns="0" tIns="0" rIns="0" bIns="0" rtlCol="0" anchor="ctr">
            <a:spAutoFit/>
          </a:bodyPr>
          <a:lstStyle/>
          <a:p>
            <a:pPr marL="0" indent="0" algn="ctr">
              <a:buNone/>
            </a:pPr>
            <a:r>
              <a:rPr lang="en-US" sz="950" dirty="0">
                <a:solidFill>
                  <a:srgbClr val="1A432B"/>
                </a:solidFill>
                <a:latin typeface="Montserrat Medium" pitchFamily="34" charset="0"/>
                <a:ea typeface="Montserrat Medium" pitchFamily="34" charset="-122"/>
                <a:cs typeface="Montserrat Medium" pitchFamily="34" charset="-120"/>
              </a:rPr>
              <a:t>Feature Refinement</a:t>
            </a:r>
            <a:endParaRPr lang="en-US" sz="950" dirty="0"/>
          </a:p>
        </p:txBody>
      </p:sp>
      <p:sp>
        <p:nvSpPr>
          <p:cNvPr id="13" name="Text 6"/>
          <p:cNvSpPr/>
          <p:nvPr/>
        </p:nvSpPr>
        <p:spPr>
          <a:xfrm>
            <a:off x="2571750" y="2619077"/>
            <a:ext cx="1714500" cy="450056"/>
          </a:xfrm>
          <a:prstGeom prst="rect">
            <a:avLst/>
          </a:prstGeom>
          <a:noFill/>
          <a:ln/>
        </p:spPr>
        <p:txBody>
          <a:bodyPr wrap="square" lIns="0" tIns="0" rIns="0" bIns="0" rtlCol="0" anchor="t">
            <a:spAutoFit/>
          </a:bodyPr>
          <a:lstStyle/>
          <a:p>
            <a:pPr marL="0" indent="0" algn="ctr">
              <a:lnSpc>
                <a:spcPct val="120000"/>
              </a:lnSpc>
              <a:buNone/>
            </a:pPr>
            <a:r>
              <a:rPr lang="en-US" sz="750" dirty="0">
                <a:solidFill>
                  <a:srgbClr val="2D5A3F"/>
                </a:solidFill>
                <a:latin typeface="Open Sans Light" pitchFamily="34" charset="0"/>
                <a:ea typeface="Open Sans Light" pitchFamily="34" charset="-122"/>
                <a:cs typeface="Open Sans Light" pitchFamily="34" charset="-120"/>
              </a:rPr>
              <a:t>Removal of low-variance features and irrelevant identifiers like encounter ID.</a:t>
            </a:r>
            <a:endParaRPr lang="en-US" sz="750" dirty="0"/>
          </a:p>
        </p:txBody>
      </p:sp>
      <p:pic>
        <p:nvPicPr>
          <p:cNvPr id="14" name="Image 4" descr="preencoded.png"/>
          <p:cNvPicPr>
            <a:picLocks noChangeAspect="1"/>
          </p:cNvPicPr>
          <p:nvPr/>
        </p:nvPicPr>
        <p:blipFill>
          <a:blip r:embed="rId5"/>
          <a:stretch>
            <a:fillRect/>
          </a:stretch>
        </p:blipFill>
        <p:spPr>
          <a:xfrm>
            <a:off x="4518422" y="1695748"/>
            <a:ext cx="107156" cy="171450"/>
          </a:xfrm>
          <a:prstGeom prst="rect">
            <a:avLst/>
          </a:prstGeom>
        </p:spPr>
      </p:pic>
      <p:sp>
        <p:nvSpPr>
          <p:cNvPr id="15" name="Shape 7"/>
          <p:cNvSpPr/>
          <p:nvPr/>
        </p:nvSpPr>
        <p:spPr>
          <a:xfrm>
            <a:off x="5429250" y="1590377"/>
            <a:ext cx="571500" cy="571500"/>
          </a:xfrm>
          <a:prstGeom prst="rect">
            <a:avLst/>
          </a:prstGeom>
          <a:solidFill>
            <a:srgbClr val="1A432B"/>
          </a:solidFill>
          <a:ln/>
        </p:spPr>
        <p:txBody>
          <a:bodyPr/>
          <a:lstStyle/>
          <a:p>
            <a:endParaRPr lang="en-IN"/>
          </a:p>
        </p:txBody>
      </p:sp>
      <p:pic>
        <p:nvPicPr>
          <p:cNvPr id="16" name="Image 5" descr="preencoded.png"/>
          <p:cNvPicPr>
            <a:picLocks noChangeAspect="1"/>
          </p:cNvPicPr>
          <p:nvPr/>
        </p:nvPicPr>
        <p:blipFill>
          <a:blip r:embed="rId7"/>
          <a:stretch>
            <a:fillRect/>
          </a:stretch>
        </p:blipFill>
        <p:spPr>
          <a:xfrm>
            <a:off x="5572125" y="1761827"/>
            <a:ext cx="285750" cy="228600"/>
          </a:xfrm>
          <a:prstGeom prst="rect">
            <a:avLst/>
          </a:prstGeom>
        </p:spPr>
      </p:pic>
      <p:sp>
        <p:nvSpPr>
          <p:cNvPr id="17" name="Text 8"/>
          <p:cNvSpPr/>
          <p:nvPr/>
        </p:nvSpPr>
        <p:spPr>
          <a:xfrm>
            <a:off x="5014020" y="2233315"/>
            <a:ext cx="1401961" cy="314325"/>
          </a:xfrm>
          <a:prstGeom prst="rect">
            <a:avLst/>
          </a:prstGeom>
          <a:noFill/>
          <a:ln/>
        </p:spPr>
        <p:txBody>
          <a:bodyPr wrap="square" lIns="0" tIns="0" rIns="0" bIns="0" rtlCol="0" anchor="ctr">
            <a:spAutoFit/>
          </a:bodyPr>
          <a:lstStyle/>
          <a:p>
            <a:pPr marL="0" indent="0" algn="ctr">
              <a:buNone/>
            </a:pPr>
            <a:r>
              <a:rPr lang="en-US" sz="950" dirty="0">
                <a:solidFill>
                  <a:srgbClr val="1A432B"/>
                </a:solidFill>
                <a:latin typeface="Montserrat Medium" pitchFamily="34" charset="0"/>
                <a:ea typeface="Montserrat Medium" pitchFamily="34" charset="-122"/>
                <a:cs typeface="Montserrat Medium" pitchFamily="34" charset="-120"/>
              </a:rPr>
              <a:t>Categorical Encoding</a:t>
            </a:r>
            <a:endParaRPr lang="en-US" sz="950" dirty="0"/>
          </a:p>
        </p:txBody>
      </p:sp>
      <p:sp>
        <p:nvSpPr>
          <p:cNvPr id="18" name="Text 9"/>
          <p:cNvSpPr/>
          <p:nvPr/>
        </p:nvSpPr>
        <p:spPr>
          <a:xfrm>
            <a:off x="4857750" y="2619077"/>
            <a:ext cx="1714500" cy="300038"/>
          </a:xfrm>
          <a:prstGeom prst="rect">
            <a:avLst/>
          </a:prstGeom>
          <a:noFill/>
          <a:ln/>
        </p:spPr>
        <p:txBody>
          <a:bodyPr wrap="square" lIns="0" tIns="0" rIns="0" bIns="0" rtlCol="0" anchor="t">
            <a:spAutoFit/>
          </a:bodyPr>
          <a:lstStyle/>
          <a:p>
            <a:pPr marL="0" indent="0" algn="ctr">
              <a:lnSpc>
                <a:spcPct val="120000"/>
              </a:lnSpc>
              <a:buNone/>
            </a:pPr>
            <a:r>
              <a:rPr lang="en-US" sz="750" dirty="0">
                <a:solidFill>
                  <a:srgbClr val="2D5A3F"/>
                </a:solidFill>
                <a:latin typeface="Open Sans Light" pitchFamily="34" charset="0"/>
                <a:ea typeface="Open Sans Light" pitchFamily="34" charset="-122"/>
                <a:cs typeface="Open Sans Light" pitchFamily="34" charset="-120"/>
              </a:rPr>
              <a:t>One-Hot Encoding for nominal data and Ordinal Encoding for age groups.</a:t>
            </a:r>
            <a:endParaRPr lang="en-US" sz="750" dirty="0"/>
          </a:p>
        </p:txBody>
      </p:sp>
      <p:pic>
        <p:nvPicPr>
          <p:cNvPr id="19" name="Image 6" descr="preencoded.png"/>
          <p:cNvPicPr>
            <a:picLocks noChangeAspect="1"/>
          </p:cNvPicPr>
          <p:nvPr/>
        </p:nvPicPr>
        <p:blipFill>
          <a:blip r:embed="rId5"/>
          <a:stretch>
            <a:fillRect/>
          </a:stretch>
        </p:blipFill>
        <p:spPr>
          <a:xfrm>
            <a:off x="6804422" y="1695748"/>
            <a:ext cx="107156" cy="171450"/>
          </a:xfrm>
          <a:prstGeom prst="rect">
            <a:avLst/>
          </a:prstGeom>
        </p:spPr>
      </p:pic>
      <p:sp>
        <p:nvSpPr>
          <p:cNvPr id="20" name="Shape 10"/>
          <p:cNvSpPr/>
          <p:nvPr/>
        </p:nvSpPr>
        <p:spPr>
          <a:xfrm>
            <a:off x="7715250" y="1590377"/>
            <a:ext cx="571500" cy="571500"/>
          </a:xfrm>
          <a:prstGeom prst="rect">
            <a:avLst/>
          </a:prstGeom>
          <a:solidFill>
            <a:srgbClr val="1A432B"/>
          </a:solidFill>
          <a:ln/>
        </p:spPr>
        <p:txBody>
          <a:bodyPr/>
          <a:lstStyle/>
          <a:p>
            <a:endParaRPr lang="en-IN"/>
          </a:p>
        </p:txBody>
      </p:sp>
      <p:pic>
        <p:nvPicPr>
          <p:cNvPr id="21" name="Image 7" descr="preencoded.png"/>
          <p:cNvPicPr>
            <a:picLocks noChangeAspect="1"/>
          </p:cNvPicPr>
          <p:nvPr/>
        </p:nvPicPr>
        <p:blipFill>
          <a:blip r:embed="rId8"/>
          <a:stretch>
            <a:fillRect/>
          </a:stretch>
        </p:blipFill>
        <p:spPr>
          <a:xfrm>
            <a:off x="7886700" y="1761827"/>
            <a:ext cx="228600" cy="228600"/>
          </a:xfrm>
          <a:prstGeom prst="rect">
            <a:avLst/>
          </a:prstGeom>
        </p:spPr>
      </p:pic>
      <p:sp>
        <p:nvSpPr>
          <p:cNvPr id="22" name="Text 11"/>
          <p:cNvSpPr/>
          <p:nvPr/>
        </p:nvSpPr>
        <p:spPr>
          <a:xfrm>
            <a:off x="7775773" y="2317380"/>
            <a:ext cx="450444" cy="146194"/>
          </a:xfrm>
          <a:prstGeom prst="rect">
            <a:avLst/>
          </a:prstGeom>
          <a:noFill/>
          <a:ln/>
        </p:spPr>
        <p:txBody>
          <a:bodyPr wrap="none" lIns="0" tIns="0" rIns="0" bIns="0" rtlCol="0" anchor="ctr">
            <a:spAutoFit/>
          </a:bodyPr>
          <a:lstStyle/>
          <a:p>
            <a:pPr marL="0" indent="0" algn="ctr">
              <a:buNone/>
            </a:pPr>
            <a:r>
              <a:rPr lang="en-US" sz="950" dirty="0">
                <a:solidFill>
                  <a:srgbClr val="1A432B"/>
                </a:solidFill>
                <a:latin typeface="Montserrat Medium" pitchFamily="34" charset="0"/>
              </a:rPr>
              <a:t>Scaling</a:t>
            </a:r>
            <a:endParaRPr lang="en-US" sz="950" dirty="0"/>
          </a:p>
        </p:txBody>
      </p:sp>
      <p:sp>
        <p:nvSpPr>
          <p:cNvPr id="23" name="Text 12"/>
          <p:cNvSpPr/>
          <p:nvPr/>
        </p:nvSpPr>
        <p:spPr>
          <a:xfrm>
            <a:off x="7143750" y="2619077"/>
            <a:ext cx="1714500" cy="267637"/>
          </a:xfrm>
          <a:prstGeom prst="rect">
            <a:avLst/>
          </a:prstGeom>
          <a:noFill/>
          <a:ln/>
        </p:spPr>
        <p:txBody>
          <a:bodyPr wrap="square" lIns="0" tIns="0" rIns="0" bIns="0" rtlCol="0" anchor="t">
            <a:spAutoFit/>
          </a:bodyPr>
          <a:lstStyle/>
          <a:p>
            <a:pPr marL="0" indent="0" algn="ctr">
              <a:lnSpc>
                <a:spcPct val="120000"/>
              </a:lnSpc>
              <a:buNone/>
            </a:pPr>
            <a:r>
              <a:rPr lang="en-US" sz="750" dirty="0">
                <a:solidFill>
                  <a:srgbClr val="2D5A3F"/>
                </a:solidFill>
                <a:latin typeface="Open Sans Light" pitchFamily="34" charset="0"/>
                <a:ea typeface="Open Sans Light" pitchFamily="34" charset="-122"/>
                <a:cs typeface="Open Sans Light" pitchFamily="34" charset="-120"/>
              </a:rPr>
              <a:t>Standardized scaling for the “Data from Different Domains”</a:t>
            </a:r>
            <a:endParaRPr lang="en-US" sz="750" dirty="0"/>
          </a:p>
        </p:txBody>
      </p:sp>
      <p:sp>
        <p:nvSpPr>
          <p:cNvPr id="24" name="Shape 13"/>
          <p:cNvSpPr/>
          <p:nvPr/>
        </p:nvSpPr>
        <p:spPr>
          <a:xfrm>
            <a:off x="571500" y="4614863"/>
            <a:ext cx="8001000" cy="235744"/>
          </a:xfrm>
          <a:prstGeom prst="rect">
            <a:avLst/>
          </a:prstGeom>
          <a:solidFill>
            <a:srgbClr val="000000">
              <a:alpha val="0"/>
            </a:srgbClr>
          </a:solidFill>
          <a:ln/>
        </p:spPr>
        <p:txBody>
          <a:bodyPr/>
          <a:lstStyle/>
          <a:p>
            <a:endParaRPr lang="en-IN"/>
          </a:p>
        </p:txBody>
      </p:sp>
      <p:sp>
        <p:nvSpPr>
          <p:cNvPr id="25" name="Shape 14"/>
          <p:cNvSpPr/>
          <p:nvPr/>
        </p:nvSpPr>
        <p:spPr>
          <a:xfrm>
            <a:off x="571500" y="4614863"/>
            <a:ext cx="8001000" cy="7144"/>
          </a:xfrm>
          <a:prstGeom prst="rect">
            <a:avLst/>
          </a:prstGeom>
          <a:solidFill>
            <a:srgbClr val="D1D9D5"/>
          </a:solidFill>
          <a:ln/>
        </p:spPr>
        <p:txBody>
          <a:bodyPr/>
          <a:lstStyle/>
          <a:p>
            <a:endParaRPr lang="en-IN"/>
          </a:p>
        </p:txBody>
      </p:sp>
      <p:sp>
        <p:nvSpPr>
          <p:cNvPr id="26" name="Text 15"/>
          <p:cNvSpPr/>
          <p:nvPr/>
        </p:nvSpPr>
        <p:spPr>
          <a:xfrm>
            <a:off x="571500" y="4614863"/>
            <a:ext cx="8001000" cy="235744"/>
          </a:xfrm>
          <a:prstGeom prst="rect">
            <a:avLst/>
          </a:prstGeom>
          <a:noFill/>
          <a:ln/>
        </p:spPr>
        <p:txBody>
          <a:bodyPr wrap="square" lIns="0" tIns="85090" rIns="0" bIns="0" rtlCol="0" anchor="t">
            <a:spAutoFit/>
          </a:bodyPr>
          <a:lstStyle/>
          <a:p>
            <a:pPr marL="0" indent="0" algn="l">
              <a:buNone/>
            </a:pPr>
            <a:r>
              <a:rPr lang="en-US" sz="950" dirty="0">
                <a:solidFill>
                  <a:srgbClr val="1A432B"/>
                </a:solidFill>
                <a:latin typeface="Montserrat Medium" pitchFamily="34" charset="0"/>
                <a:ea typeface="Montserrat Medium" pitchFamily="34" charset="-122"/>
                <a:cs typeface="Montserrat Medium" pitchFamily="34" charset="-120"/>
              </a:rPr>
              <a:t>Outcome: A refined, high-dimensional dataset optimized for Machine Learning model training.</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3802"/>
            <a:ext cx="9144000" cy="5143500"/>
          </a:xfrm>
          <a:prstGeom prst="rect">
            <a:avLst/>
          </a:prstGeom>
        </p:spPr>
      </p:pic>
      <p:sp>
        <p:nvSpPr>
          <p:cNvPr id="4" name="Text 0"/>
          <p:cNvSpPr/>
          <p:nvPr/>
        </p:nvSpPr>
        <p:spPr>
          <a:xfrm>
            <a:off x="685800" y="378619"/>
            <a:ext cx="8572500" cy="278606"/>
          </a:xfrm>
          <a:prstGeom prst="rect">
            <a:avLst/>
          </a:prstGeom>
          <a:noFill/>
          <a:ln/>
        </p:spPr>
        <p:txBody>
          <a:bodyPr wrap="square" lIns="0" tIns="0" rIns="0" bIns="0" rtlCol="0" anchor="t">
            <a:spAutoFit/>
          </a:bodyPr>
          <a:lstStyle/>
          <a:p>
            <a:pPr marL="0" indent="0" algn="l">
              <a:buNone/>
            </a:pPr>
            <a:r>
              <a:rPr lang="en-US" sz="1700" kern="0" spc="3" dirty="0">
                <a:solidFill>
                  <a:srgbClr val="1A432B"/>
                </a:solidFill>
                <a:latin typeface="Montserrat Medium" pitchFamily="34" charset="0"/>
                <a:ea typeface="Montserrat Medium" pitchFamily="34" charset="-122"/>
                <a:cs typeface="Montserrat Medium" pitchFamily="34" charset="-120"/>
              </a:rPr>
              <a:t>MACHINE LEARNING MODELS EXPLORED</a:t>
            </a:r>
            <a:endParaRPr lang="en-US" sz="1700" dirty="0"/>
          </a:p>
        </p:txBody>
      </p:sp>
      <p:sp>
        <p:nvSpPr>
          <p:cNvPr id="5" name="Text 1"/>
          <p:cNvSpPr/>
          <p:nvPr/>
        </p:nvSpPr>
        <p:spPr>
          <a:xfrm>
            <a:off x="332350" y="834348"/>
            <a:ext cx="3886200" cy="300038"/>
          </a:xfrm>
          <a:prstGeom prst="rect">
            <a:avLst/>
          </a:prstGeom>
          <a:noFill/>
          <a:ln/>
        </p:spPr>
        <p:txBody>
          <a:bodyPr wrap="square" lIns="0" tIns="0" rIns="0" bIns="51054" rtlCol="0" anchor="t">
            <a:spAutoFit/>
          </a:bodyPr>
          <a:lstStyle/>
          <a:p>
            <a:pPr marL="0" indent="0" algn="l">
              <a:buNone/>
            </a:pPr>
            <a:r>
              <a:rPr lang="en-US" sz="1500" dirty="0">
                <a:solidFill>
                  <a:srgbClr val="1A432B"/>
                </a:solidFill>
                <a:latin typeface="Montserrat Medium" pitchFamily="34" charset="0"/>
                <a:ea typeface="Montserrat Medium" pitchFamily="34" charset="-122"/>
                <a:cs typeface="Montserrat Medium" pitchFamily="34" charset="-120"/>
              </a:rPr>
              <a:t>Logistic Regression</a:t>
            </a:r>
            <a:endParaRPr lang="en-US" sz="1500" dirty="0"/>
          </a:p>
        </p:txBody>
      </p:sp>
      <p:pic>
        <p:nvPicPr>
          <p:cNvPr id="6" name="Image 1" descr="preencoded.png"/>
          <p:cNvPicPr>
            <a:picLocks noChangeAspect="1"/>
          </p:cNvPicPr>
          <p:nvPr/>
        </p:nvPicPr>
        <p:blipFill>
          <a:blip r:embed="rId4"/>
          <a:stretch>
            <a:fillRect/>
          </a:stretch>
        </p:blipFill>
        <p:spPr>
          <a:xfrm>
            <a:off x="285750" y="1126419"/>
            <a:ext cx="114300" cy="114300"/>
          </a:xfrm>
          <a:prstGeom prst="rect">
            <a:avLst/>
          </a:prstGeom>
        </p:spPr>
      </p:pic>
      <p:sp>
        <p:nvSpPr>
          <p:cNvPr id="7" name="Text 2"/>
          <p:cNvSpPr/>
          <p:nvPr/>
        </p:nvSpPr>
        <p:spPr>
          <a:xfrm>
            <a:off x="475225" y="1080563"/>
            <a:ext cx="1875513" cy="339004"/>
          </a:xfrm>
          <a:prstGeom prst="rect">
            <a:avLst/>
          </a:prstGeom>
          <a:noFill/>
          <a:ln/>
        </p:spPr>
        <p:txBody>
          <a:bodyPr wrap="none" lIns="0" tIns="0" rIns="0" bIns="0" rtlCol="0" anchor="t">
            <a:spAutoFit/>
          </a:bodyPr>
          <a:lstStyle/>
          <a:p>
            <a:pPr marL="0" indent="0" algn="l">
              <a:lnSpc>
                <a:spcPct val="120000"/>
              </a:lnSpc>
              <a:buNone/>
            </a:pPr>
            <a:r>
              <a:rPr lang="en-US" sz="900" b="1" dirty="0">
                <a:solidFill>
                  <a:srgbClr val="2D5A3F"/>
                </a:solidFill>
                <a:latin typeface="Open Sans Light" pitchFamily="34" charset="0"/>
                <a:ea typeface="Open Sans Light" pitchFamily="34" charset="-122"/>
                <a:cs typeface="Open Sans Light" pitchFamily="34" charset="-120"/>
              </a:rPr>
              <a:t>Pros:</a:t>
            </a:r>
            <a:r>
              <a:rPr lang="en-US" sz="950" dirty="0">
                <a:solidFill>
                  <a:srgbClr val="2D5A3F"/>
                </a:solidFill>
                <a:latin typeface="Open Sans Light" pitchFamily="34" charset="0"/>
                <a:ea typeface="Open Sans Light" pitchFamily="34" charset="-122"/>
                <a:cs typeface="Open Sans Light" pitchFamily="34" charset="-120"/>
              </a:rPr>
              <a:t> High interpretability and fast </a:t>
            </a:r>
          </a:p>
          <a:p>
            <a:pPr marL="0" indent="0" algn="l">
              <a:lnSpc>
                <a:spcPct val="120000"/>
              </a:lnSpc>
              <a:buNone/>
            </a:pPr>
            <a:r>
              <a:rPr lang="en-US" sz="950" dirty="0">
                <a:solidFill>
                  <a:srgbClr val="2D5A3F"/>
                </a:solidFill>
                <a:latin typeface="Open Sans Light" pitchFamily="34" charset="0"/>
                <a:ea typeface="Open Sans Light" pitchFamily="34" charset="-122"/>
                <a:cs typeface="Open Sans Light" pitchFamily="34" charset="-120"/>
              </a:rPr>
              <a:t>training times.</a:t>
            </a:r>
            <a:endParaRPr lang="en-US" sz="900" dirty="0"/>
          </a:p>
        </p:txBody>
      </p:sp>
      <p:pic>
        <p:nvPicPr>
          <p:cNvPr id="8" name="Image 2" descr="preencoded.png"/>
          <p:cNvPicPr>
            <a:picLocks noChangeAspect="1"/>
          </p:cNvPicPr>
          <p:nvPr/>
        </p:nvPicPr>
        <p:blipFill>
          <a:blip r:embed="rId5"/>
          <a:stretch>
            <a:fillRect/>
          </a:stretch>
        </p:blipFill>
        <p:spPr>
          <a:xfrm>
            <a:off x="271833" y="1569826"/>
            <a:ext cx="114300" cy="114300"/>
          </a:xfrm>
          <a:prstGeom prst="rect">
            <a:avLst/>
          </a:prstGeom>
        </p:spPr>
      </p:pic>
      <p:sp>
        <p:nvSpPr>
          <p:cNvPr id="9" name="Text 3"/>
          <p:cNvSpPr/>
          <p:nvPr/>
        </p:nvSpPr>
        <p:spPr>
          <a:xfrm>
            <a:off x="432362" y="1523744"/>
            <a:ext cx="3686175" cy="339004"/>
          </a:xfrm>
          <a:prstGeom prst="rect">
            <a:avLst/>
          </a:prstGeom>
          <a:noFill/>
          <a:ln/>
        </p:spPr>
        <p:txBody>
          <a:bodyPr wrap="square" lIns="0" tIns="0" rIns="0" bIns="0" rtlCol="0" anchor="t">
            <a:spAutoFit/>
          </a:bodyPr>
          <a:lstStyle/>
          <a:p>
            <a:pPr marL="0" indent="0" algn="l">
              <a:lnSpc>
                <a:spcPct val="120000"/>
              </a:lnSpc>
              <a:buNone/>
            </a:pPr>
            <a:r>
              <a:rPr lang="en-US" sz="900" b="1" dirty="0">
                <a:solidFill>
                  <a:srgbClr val="2D5A3F"/>
                </a:solidFill>
                <a:latin typeface="Open Sans Light" pitchFamily="34" charset="0"/>
                <a:ea typeface="Open Sans Light" pitchFamily="34" charset="-122"/>
                <a:cs typeface="Open Sans Light" pitchFamily="34" charset="-120"/>
              </a:rPr>
              <a:t>Cons:</a:t>
            </a:r>
            <a:r>
              <a:rPr lang="en-US" sz="950" dirty="0">
                <a:solidFill>
                  <a:srgbClr val="2D5A3F"/>
                </a:solidFill>
                <a:latin typeface="Open Sans Light" pitchFamily="34" charset="0"/>
                <a:ea typeface="Open Sans Light" pitchFamily="34" charset="-122"/>
                <a:cs typeface="Open Sans Light" pitchFamily="34" charset="-120"/>
              </a:rPr>
              <a:t> Struggles with non-linear relationships </a:t>
            </a:r>
          </a:p>
          <a:p>
            <a:pPr marL="0" indent="0" algn="l">
              <a:lnSpc>
                <a:spcPct val="120000"/>
              </a:lnSpc>
              <a:buNone/>
            </a:pPr>
            <a:r>
              <a:rPr lang="en-US" sz="950" dirty="0">
                <a:solidFill>
                  <a:srgbClr val="2D5A3F"/>
                </a:solidFill>
                <a:latin typeface="Open Sans Light" pitchFamily="34" charset="0"/>
                <a:ea typeface="Open Sans Light" pitchFamily="34" charset="-122"/>
                <a:cs typeface="Open Sans Light" pitchFamily="34" charset="-120"/>
              </a:rPr>
              <a:t>and imbalanced healthcare data.</a:t>
            </a:r>
            <a:endParaRPr lang="en-US" sz="900" dirty="0"/>
          </a:p>
        </p:txBody>
      </p:sp>
      <p:sp>
        <p:nvSpPr>
          <p:cNvPr id="10" name="Text 4"/>
          <p:cNvSpPr/>
          <p:nvPr/>
        </p:nvSpPr>
        <p:spPr>
          <a:xfrm>
            <a:off x="6515100" y="828675"/>
            <a:ext cx="3886200" cy="300038"/>
          </a:xfrm>
          <a:prstGeom prst="rect">
            <a:avLst/>
          </a:prstGeom>
          <a:noFill/>
          <a:ln/>
        </p:spPr>
        <p:txBody>
          <a:bodyPr wrap="square" lIns="0" tIns="0" rIns="0" bIns="51054" rtlCol="0" anchor="t">
            <a:spAutoFit/>
          </a:bodyPr>
          <a:lstStyle/>
          <a:p>
            <a:pPr marL="0" indent="0" algn="l">
              <a:buNone/>
            </a:pPr>
            <a:r>
              <a:rPr lang="en-US" sz="1500" dirty="0">
                <a:solidFill>
                  <a:srgbClr val="1A432B"/>
                </a:solidFill>
                <a:latin typeface="Montserrat Medium" pitchFamily="34" charset="0"/>
                <a:ea typeface="Montserrat Medium" pitchFamily="34" charset="-122"/>
                <a:cs typeface="Montserrat Medium" pitchFamily="34" charset="-120"/>
              </a:rPr>
              <a:t>Random Forest Classifier</a:t>
            </a:r>
            <a:endParaRPr lang="en-US" sz="1500" dirty="0"/>
          </a:p>
        </p:txBody>
      </p:sp>
      <p:pic>
        <p:nvPicPr>
          <p:cNvPr id="11" name="Image 3" descr="preencoded.png"/>
          <p:cNvPicPr>
            <a:picLocks noChangeAspect="1"/>
          </p:cNvPicPr>
          <p:nvPr/>
        </p:nvPicPr>
        <p:blipFill>
          <a:blip r:embed="rId4"/>
          <a:stretch>
            <a:fillRect/>
          </a:stretch>
        </p:blipFill>
        <p:spPr>
          <a:xfrm>
            <a:off x="6268475" y="1136400"/>
            <a:ext cx="114300" cy="114300"/>
          </a:xfrm>
          <a:prstGeom prst="rect">
            <a:avLst/>
          </a:prstGeom>
        </p:spPr>
      </p:pic>
      <p:sp>
        <p:nvSpPr>
          <p:cNvPr id="12" name="Text 5"/>
          <p:cNvSpPr/>
          <p:nvPr/>
        </p:nvSpPr>
        <p:spPr>
          <a:xfrm>
            <a:off x="6439925" y="1081198"/>
            <a:ext cx="3686175" cy="339004"/>
          </a:xfrm>
          <a:prstGeom prst="rect">
            <a:avLst/>
          </a:prstGeom>
          <a:noFill/>
          <a:ln/>
        </p:spPr>
        <p:txBody>
          <a:bodyPr wrap="square" lIns="0" tIns="0" rIns="0" bIns="0" rtlCol="0" anchor="t">
            <a:spAutoFit/>
          </a:bodyPr>
          <a:lstStyle/>
          <a:p>
            <a:pPr marL="0" indent="0" algn="l">
              <a:lnSpc>
                <a:spcPct val="120000"/>
              </a:lnSpc>
              <a:buNone/>
            </a:pPr>
            <a:r>
              <a:rPr lang="en-US" sz="900" b="1" dirty="0">
                <a:solidFill>
                  <a:srgbClr val="2D5A3F"/>
                </a:solidFill>
                <a:latin typeface="Open Sans Light" pitchFamily="34" charset="0"/>
                <a:ea typeface="Open Sans Light" pitchFamily="34" charset="-122"/>
                <a:cs typeface="Open Sans Light" pitchFamily="34" charset="-120"/>
              </a:rPr>
              <a:t>Pros:</a:t>
            </a:r>
            <a:r>
              <a:rPr lang="en-US" sz="950" dirty="0">
                <a:solidFill>
                  <a:srgbClr val="2D5A3F"/>
                </a:solidFill>
                <a:latin typeface="Open Sans Light" pitchFamily="34" charset="0"/>
                <a:ea typeface="Open Sans Light" pitchFamily="34" charset="-122"/>
                <a:cs typeface="Open Sans Light" pitchFamily="34" charset="-120"/>
              </a:rPr>
              <a:t> Excellent at handling high-dimensional data</a:t>
            </a:r>
          </a:p>
          <a:p>
            <a:pPr marL="0" indent="0" algn="l">
              <a:lnSpc>
                <a:spcPct val="120000"/>
              </a:lnSpc>
              <a:buNone/>
            </a:pPr>
            <a:r>
              <a:rPr lang="en-US" sz="950" dirty="0">
                <a:solidFill>
                  <a:srgbClr val="2D5A3F"/>
                </a:solidFill>
                <a:latin typeface="Open Sans Light" pitchFamily="34" charset="0"/>
                <a:ea typeface="Open Sans Light" pitchFamily="34" charset="-122"/>
                <a:cs typeface="Open Sans Light" pitchFamily="34" charset="-120"/>
              </a:rPr>
              <a:t> and non-linear patterns.</a:t>
            </a:r>
            <a:endParaRPr lang="en-US" sz="900" dirty="0"/>
          </a:p>
        </p:txBody>
      </p:sp>
      <p:pic>
        <p:nvPicPr>
          <p:cNvPr id="13" name="Image 4" descr="preencoded.png"/>
          <p:cNvPicPr>
            <a:picLocks noChangeAspect="1"/>
          </p:cNvPicPr>
          <p:nvPr/>
        </p:nvPicPr>
        <p:blipFill>
          <a:blip r:embed="rId5"/>
          <a:stretch>
            <a:fillRect/>
          </a:stretch>
        </p:blipFill>
        <p:spPr>
          <a:xfrm>
            <a:off x="6268475" y="1578946"/>
            <a:ext cx="114300" cy="114300"/>
          </a:xfrm>
          <a:prstGeom prst="rect">
            <a:avLst/>
          </a:prstGeom>
        </p:spPr>
      </p:pic>
      <p:sp>
        <p:nvSpPr>
          <p:cNvPr id="14" name="Text 6"/>
          <p:cNvSpPr/>
          <p:nvPr/>
        </p:nvSpPr>
        <p:spPr>
          <a:xfrm>
            <a:off x="6439925" y="1531698"/>
            <a:ext cx="2317942" cy="339004"/>
          </a:xfrm>
          <a:prstGeom prst="rect">
            <a:avLst/>
          </a:prstGeom>
          <a:noFill/>
          <a:ln/>
        </p:spPr>
        <p:txBody>
          <a:bodyPr wrap="none" lIns="0" tIns="0" rIns="0" bIns="0" rtlCol="0" anchor="t">
            <a:spAutoFit/>
          </a:bodyPr>
          <a:lstStyle/>
          <a:p>
            <a:pPr marL="0" indent="0" algn="l">
              <a:lnSpc>
                <a:spcPct val="120000"/>
              </a:lnSpc>
              <a:buNone/>
            </a:pPr>
            <a:r>
              <a:rPr lang="en-US" sz="900" b="1" dirty="0">
                <a:solidFill>
                  <a:srgbClr val="2D5A3F"/>
                </a:solidFill>
                <a:latin typeface="Open Sans Light" pitchFamily="34" charset="0"/>
                <a:ea typeface="Open Sans Light" pitchFamily="34" charset="-122"/>
                <a:cs typeface="Open Sans Light" pitchFamily="34" charset="-120"/>
              </a:rPr>
              <a:t>Cons:</a:t>
            </a:r>
            <a:r>
              <a:rPr lang="en-US" sz="950" dirty="0">
                <a:solidFill>
                  <a:srgbClr val="2D5A3F"/>
                </a:solidFill>
                <a:latin typeface="Open Sans Light" pitchFamily="34" charset="0"/>
                <a:ea typeface="Open Sans Light" pitchFamily="34" charset="-122"/>
                <a:cs typeface="Open Sans Light" pitchFamily="34" charset="-120"/>
              </a:rPr>
              <a:t> More computationally intensive than</a:t>
            </a:r>
          </a:p>
          <a:p>
            <a:pPr marL="0" indent="0" algn="l">
              <a:lnSpc>
                <a:spcPct val="120000"/>
              </a:lnSpc>
              <a:buNone/>
            </a:pPr>
            <a:r>
              <a:rPr lang="en-US" sz="950" dirty="0">
                <a:solidFill>
                  <a:srgbClr val="2D5A3F"/>
                </a:solidFill>
                <a:latin typeface="Open Sans Light" pitchFamily="34" charset="0"/>
                <a:ea typeface="Open Sans Light" pitchFamily="34" charset="-122"/>
                <a:cs typeface="Open Sans Light" pitchFamily="34" charset="-120"/>
              </a:rPr>
              <a:t> linear models.</a:t>
            </a:r>
            <a:endParaRPr lang="en-US" sz="900" dirty="0"/>
          </a:p>
        </p:txBody>
      </p:sp>
      <p:sp>
        <p:nvSpPr>
          <p:cNvPr id="16" name="Shape 8"/>
          <p:cNvSpPr/>
          <p:nvPr/>
        </p:nvSpPr>
        <p:spPr>
          <a:xfrm>
            <a:off x="571500" y="2676227"/>
            <a:ext cx="8001000" cy="7144"/>
          </a:xfrm>
          <a:prstGeom prst="rect">
            <a:avLst/>
          </a:prstGeom>
          <a:solidFill>
            <a:srgbClr val="D1D9D5"/>
          </a:solidFill>
          <a:ln/>
        </p:spPr>
        <p:txBody>
          <a:bodyPr/>
          <a:lstStyle/>
          <a:p>
            <a:endParaRPr lang="en-IN"/>
          </a:p>
        </p:txBody>
      </p:sp>
      <p:sp>
        <p:nvSpPr>
          <p:cNvPr id="17" name="Text 9"/>
          <p:cNvSpPr/>
          <p:nvPr/>
        </p:nvSpPr>
        <p:spPr>
          <a:xfrm>
            <a:off x="400050" y="3781433"/>
            <a:ext cx="8001000" cy="208955"/>
          </a:xfrm>
          <a:prstGeom prst="rect">
            <a:avLst/>
          </a:prstGeom>
          <a:noFill/>
          <a:ln/>
        </p:spPr>
        <p:txBody>
          <a:bodyPr wrap="square" lIns="0" tIns="0" rIns="0" bIns="0" rtlCol="0" anchor="t">
            <a:spAutoFit/>
          </a:bodyPr>
          <a:lstStyle/>
          <a:p>
            <a:pPr marL="0" indent="0" algn="l">
              <a:buNone/>
            </a:pPr>
            <a:r>
              <a:rPr lang="en-US" sz="1250" dirty="0">
                <a:solidFill>
                  <a:srgbClr val="FF6B6B"/>
                </a:solidFill>
                <a:latin typeface="Montserrat Medium" pitchFamily="34" charset="0"/>
                <a:ea typeface="Montserrat Medium" pitchFamily="34" charset="-122"/>
                <a:cs typeface="Montserrat Medium" pitchFamily="34" charset="-120"/>
              </a:rPr>
              <a:t>The Verdict</a:t>
            </a:r>
            <a:endParaRPr lang="en-US" sz="1250" dirty="0"/>
          </a:p>
        </p:txBody>
      </p:sp>
      <p:sp>
        <p:nvSpPr>
          <p:cNvPr id="18" name="Text 10"/>
          <p:cNvSpPr/>
          <p:nvPr/>
        </p:nvSpPr>
        <p:spPr>
          <a:xfrm>
            <a:off x="571500" y="4076149"/>
            <a:ext cx="8001000" cy="389334"/>
          </a:xfrm>
          <a:prstGeom prst="rect">
            <a:avLst/>
          </a:prstGeom>
          <a:noFill/>
          <a:ln/>
        </p:spPr>
        <p:txBody>
          <a:bodyPr wrap="square" lIns="0" tIns="0" rIns="0" bIns="0" rtlCol="0" anchor="t">
            <a:spAutoFit/>
          </a:bodyPr>
          <a:lstStyle/>
          <a:p>
            <a:pPr marL="0" indent="0" algn="l">
              <a:buNone/>
            </a:pPr>
            <a:r>
              <a:rPr lang="en-US" sz="1050" dirty="0">
                <a:solidFill>
                  <a:srgbClr val="1A432B"/>
                </a:solidFill>
                <a:latin typeface="Open Sans Light" pitchFamily="34" charset="0"/>
                <a:ea typeface="Open Sans Light" pitchFamily="34" charset="-122"/>
                <a:cs typeface="Open Sans Light" pitchFamily="34" charset="-120"/>
              </a:rPr>
              <a:t>Random Forest was selected as the final model due to its superior ability to handle the imbalanced nature of healthcare data and provide better recall.</a:t>
            </a:r>
            <a:endParaRPr lang="en-US" sz="1050" dirty="0"/>
          </a:p>
        </p:txBody>
      </p:sp>
      <p:sp>
        <p:nvSpPr>
          <p:cNvPr id="2" name="TextBox 1">
            <a:extLst>
              <a:ext uri="{FF2B5EF4-FFF2-40B4-BE49-F238E27FC236}">
                <a16:creationId xmlns:a16="http://schemas.microsoft.com/office/drawing/2014/main" id="{06C8B87F-09B2-FD46-1A3A-71E670DD9129}"/>
              </a:ext>
            </a:extLst>
          </p:cNvPr>
          <p:cNvSpPr txBox="1"/>
          <p:nvPr/>
        </p:nvSpPr>
        <p:spPr>
          <a:xfrm>
            <a:off x="3323492" y="745708"/>
            <a:ext cx="2497016" cy="323165"/>
          </a:xfrm>
          <a:prstGeom prst="rect">
            <a:avLst/>
          </a:prstGeom>
          <a:noFill/>
        </p:spPr>
        <p:txBody>
          <a:bodyPr wrap="square" rtlCol="0">
            <a:spAutoFit/>
          </a:bodyPr>
          <a:lstStyle/>
          <a:p>
            <a:r>
              <a:rPr lang="en-IN" sz="1500" dirty="0">
                <a:solidFill>
                  <a:srgbClr val="1A432B"/>
                </a:solidFill>
                <a:latin typeface="Montserrat Medium" pitchFamily="34" charset="0"/>
              </a:rPr>
              <a:t>Decision Tree Classifier</a:t>
            </a:r>
          </a:p>
        </p:txBody>
      </p:sp>
      <p:sp>
        <p:nvSpPr>
          <p:cNvPr id="19" name="TextBox 18">
            <a:extLst>
              <a:ext uri="{FF2B5EF4-FFF2-40B4-BE49-F238E27FC236}">
                <a16:creationId xmlns:a16="http://schemas.microsoft.com/office/drawing/2014/main" id="{D4F8BF0E-F1FC-42B8-2839-82EBBD27BEF7}"/>
              </a:ext>
            </a:extLst>
          </p:cNvPr>
          <p:cNvSpPr txBox="1"/>
          <p:nvPr/>
        </p:nvSpPr>
        <p:spPr>
          <a:xfrm>
            <a:off x="3425044" y="1080563"/>
            <a:ext cx="2553724" cy="661720"/>
          </a:xfrm>
          <a:prstGeom prst="rect">
            <a:avLst/>
          </a:prstGeom>
          <a:noFill/>
        </p:spPr>
        <p:txBody>
          <a:bodyPr wrap="square" rtlCol="0">
            <a:spAutoFit/>
          </a:bodyPr>
          <a:lstStyle/>
          <a:p>
            <a:r>
              <a:rPr lang="en-US" sz="900" b="1" dirty="0">
                <a:solidFill>
                  <a:srgbClr val="2D5A3F"/>
                </a:solidFill>
                <a:latin typeface="Open Sans Light" pitchFamily="34" charset="0"/>
                <a:ea typeface="Open Sans Light" pitchFamily="34" charset="-122"/>
                <a:cs typeface="Open Sans Light" pitchFamily="34" charset="-120"/>
              </a:rPr>
              <a:t>Pros: </a:t>
            </a:r>
            <a:r>
              <a:rPr lang="en-US" sz="950" dirty="0">
                <a:solidFill>
                  <a:srgbClr val="2D5A3F"/>
                </a:solidFill>
                <a:latin typeface="Open Sans Light" pitchFamily="34" charset="0"/>
                <a:ea typeface="Open Sans Light" pitchFamily="34" charset="-122"/>
                <a:cs typeface="Open Sans Light" pitchFamily="34" charset="-120"/>
              </a:rPr>
              <a:t>Easy to understand and visualize; captures non-linear relationships.</a:t>
            </a:r>
          </a:p>
          <a:p>
            <a:endParaRPr lang="en-US" dirty="0"/>
          </a:p>
        </p:txBody>
      </p:sp>
      <p:sp>
        <p:nvSpPr>
          <p:cNvPr id="20" name="TextBox 19">
            <a:extLst>
              <a:ext uri="{FF2B5EF4-FFF2-40B4-BE49-F238E27FC236}">
                <a16:creationId xmlns:a16="http://schemas.microsoft.com/office/drawing/2014/main" id="{76BE984B-1793-3776-FC2A-DC32BB781AC9}"/>
              </a:ext>
            </a:extLst>
          </p:cNvPr>
          <p:cNvSpPr txBox="1"/>
          <p:nvPr/>
        </p:nvSpPr>
        <p:spPr>
          <a:xfrm>
            <a:off x="3435374" y="1492060"/>
            <a:ext cx="2533064" cy="661720"/>
          </a:xfrm>
          <a:prstGeom prst="rect">
            <a:avLst/>
          </a:prstGeom>
          <a:noFill/>
        </p:spPr>
        <p:txBody>
          <a:bodyPr wrap="square" rtlCol="0">
            <a:spAutoFit/>
          </a:bodyPr>
          <a:lstStyle/>
          <a:p>
            <a:r>
              <a:rPr lang="en-US" sz="900" b="1" dirty="0">
                <a:solidFill>
                  <a:srgbClr val="2D5A3F"/>
                </a:solidFill>
                <a:latin typeface="Open Sans Light" pitchFamily="34" charset="0"/>
                <a:ea typeface="Open Sans Light" pitchFamily="34" charset="-122"/>
                <a:cs typeface="Open Sans Light" pitchFamily="34" charset="-120"/>
              </a:rPr>
              <a:t>Cons: </a:t>
            </a:r>
            <a:r>
              <a:rPr lang="en-US" sz="950" dirty="0">
                <a:solidFill>
                  <a:srgbClr val="2D5A3F"/>
                </a:solidFill>
                <a:latin typeface="Open Sans Light" pitchFamily="34" charset="0"/>
                <a:ea typeface="Open Sans Light" pitchFamily="34" charset="-122"/>
                <a:cs typeface="Open Sans Light" pitchFamily="34" charset="-120"/>
              </a:rPr>
              <a:t>Prone to overfitting and sensitive to small changes in data.</a:t>
            </a:r>
            <a:endParaRPr lang="en-IN" sz="950" dirty="0">
              <a:solidFill>
                <a:srgbClr val="2D5A3F"/>
              </a:solidFill>
              <a:latin typeface="Open Sans Light" pitchFamily="34" charset="0"/>
              <a:ea typeface="Open Sans Light" pitchFamily="34" charset="-122"/>
              <a:cs typeface="Open Sans Light" pitchFamily="34" charset="-120"/>
            </a:endParaRPr>
          </a:p>
          <a:p>
            <a:endParaRPr lang="en-IN" dirty="0"/>
          </a:p>
        </p:txBody>
      </p:sp>
      <p:pic>
        <p:nvPicPr>
          <p:cNvPr id="22" name="Image 3" descr="preencoded.png">
            <a:extLst>
              <a:ext uri="{FF2B5EF4-FFF2-40B4-BE49-F238E27FC236}">
                <a16:creationId xmlns:a16="http://schemas.microsoft.com/office/drawing/2014/main" id="{759E6DFA-DB30-8471-B177-37AA2920021F}"/>
              </a:ext>
            </a:extLst>
          </p:cNvPr>
          <p:cNvPicPr>
            <a:picLocks noChangeAspect="1"/>
          </p:cNvPicPr>
          <p:nvPr/>
        </p:nvPicPr>
        <p:blipFill>
          <a:blip r:embed="rId4"/>
          <a:stretch>
            <a:fillRect/>
          </a:stretch>
        </p:blipFill>
        <p:spPr>
          <a:xfrm>
            <a:off x="3339319" y="1149672"/>
            <a:ext cx="114300" cy="114300"/>
          </a:xfrm>
          <a:prstGeom prst="rect">
            <a:avLst/>
          </a:prstGeom>
        </p:spPr>
      </p:pic>
      <p:pic>
        <p:nvPicPr>
          <p:cNvPr id="24" name="Image 2" descr="preencoded.png">
            <a:extLst>
              <a:ext uri="{FF2B5EF4-FFF2-40B4-BE49-F238E27FC236}">
                <a16:creationId xmlns:a16="http://schemas.microsoft.com/office/drawing/2014/main" id="{B9DF160F-7DE3-F7D6-980F-F72FB17481BA}"/>
              </a:ext>
            </a:extLst>
          </p:cNvPr>
          <p:cNvPicPr>
            <a:picLocks noChangeAspect="1"/>
          </p:cNvPicPr>
          <p:nvPr/>
        </p:nvPicPr>
        <p:blipFill>
          <a:blip r:embed="rId5"/>
          <a:stretch>
            <a:fillRect/>
          </a:stretch>
        </p:blipFill>
        <p:spPr>
          <a:xfrm>
            <a:off x="3343276" y="1569826"/>
            <a:ext cx="114300" cy="114300"/>
          </a:xfrm>
          <a:prstGeom prst="rect">
            <a:avLst/>
          </a:prstGeom>
        </p:spPr>
      </p:pic>
      <p:sp>
        <p:nvSpPr>
          <p:cNvPr id="21" name="TextBox 20">
            <a:extLst>
              <a:ext uri="{FF2B5EF4-FFF2-40B4-BE49-F238E27FC236}">
                <a16:creationId xmlns:a16="http://schemas.microsoft.com/office/drawing/2014/main" id="{48DA9BFF-BD15-919C-6709-D3608C237DE0}"/>
              </a:ext>
            </a:extLst>
          </p:cNvPr>
          <p:cNvSpPr txBox="1"/>
          <p:nvPr/>
        </p:nvSpPr>
        <p:spPr>
          <a:xfrm>
            <a:off x="332349" y="1955409"/>
            <a:ext cx="2832881" cy="1192634"/>
          </a:xfrm>
          <a:prstGeom prst="rect">
            <a:avLst/>
          </a:prstGeom>
        </p:spPr>
        <p:txBody>
          <a:bodyPr wrap="square" rtlCol="0">
            <a:spAutoFit/>
          </a:bodyPr>
          <a:lstStyle/>
          <a:p>
            <a:r>
              <a:rPr lang="en-IN" sz="1500" dirty="0">
                <a:solidFill>
                  <a:srgbClr val="1A432B"/>
                </a:solidFill>
                <a:latin typeface="Montserrat Medium" pitchFamily="34" charset="0"/>
              </a:rPr>
              <a:t>Optimizations:</a:t>
            </a:r>
          </a:p>
          <a:p>
            <a:endParaRPr lang="en-IN" sz="900" b="1" dirty="0">
              <a:solidFill>
                <a:srgbClr val="2D5A3F"/>
              </a:solidFill>
              <a:latin typeface="Open Sans Light" pitchFamily="34" charset="0"/>
              <a:ea typeface="Open Sans Light" pitchFamily="34" charset="-122"/>
              <a:cs typeface="Open Sans Light" pitchFamily="34" charset="-120"/>
            </a:endParaRPr>
          </a:p>
          <a:p>
            <a:r>
              <a:rPr lang="en-IN" sz="950" dirty="0">
                <a:solidFill>
                  <a:srgbClr val="2D5A3F"/>
                </a:solidFill>
                <a:latin typeface="Open Sans Light" pitchFamily="34" charset="0"/>
                <a:ea typeface="Open Sans Light" pitchFamily="34" charset="-122"/>
                <a:cs typeface="Open Sans Light" pitchFamily="34" charset="-120"/>
              </a:rPr>
              <a:t>1. Class Weight balancing</a:t>
            </a:r>
          </a:p>
          <a:p>
            <a:pPr marL="228600" indent="-228600">
              <a:buAutoNum type="arabicPeriod"/>
            </a:pPr>
            <a:endParaRPr lang="en-IN" sz="950" dirty="0">
              <a:solidFill>
                <a:srgbClr val="2D5A3F"/>
              </a:solidFill>
              <a:latin typeface="Open Sans Light" pitchFamily="34" charset="0"/>
              <a:ea typeface="Open Sans Light" pitchFamily="34" charset="-122"/>
              <a:cs typeface="Open Sans Light" pitchFamily="34" charset="-120"/>
            </a:endParaRPr>
          </a:p>
          <a:p>
            <a:r>
              <a:rPr lang="en-IN" sz="950" dirty="0">
                <a:solidFill>
                  <a:srgbClr val="2D5A3F"/>
                </a:solidFill>
                <a:latin typeface="Open Sans Light" pitchFamily="34" charset="0"/>
                <a:ea typeface="Open Sans Light" pitchFamily="34" charset="-122"/>
                <a:cs typeface="Open Sans Light" pitchFamily="34" charset="-120"/>
              </a:rPr>
              <a:t>2. Decision Threshold Tuning</a:t>
            </a:r>
          </a:p>
          <a:p>
            <a:endParaRPr lang="en-IN" sz="950" dirty="0">
              <a:solidFill>
                <a:srgbClr val="2D5A3F"/>
              </a:solidFill>
              <a:latin typeface="Open Sans Light" pitchFamily="34" charset="0"/>
              <a:ea typeface="Open Sans Light" pitchFamily="34" charset="-122"/>
              <a:cs typeface="Open Sans Light" pitchFamily="34" charset="-120"/>
            </a:endParaRPr>
          </a:p>
          <a:p>
            <a:r>
              <a:rPr lang="en-IN" sz="950" dirty="0">
                <a:solidFill>
                  <a:srgbClr val="2D5A3F"/>
                </a:solidFill>
                <a:latin typeface="Open Sans Light" pitchFamily="34" charset="0"/>
                <a:ea typeface="Open Sans Light" pitchFamily="34" charset="-122"/>
                <a:cs typeface="Open Sans Light" pitchFamily="34" charset="-120"/>
              </a:rPr>
              <a:t>3. Regularization Strength Tuning   </a:t>
            </a:r>
          </a:p>
        </p:txBody>
      </p:sp>
      <p:sp>
        <p:nvSpPr>
          <p:cNvPr id="26" name="TextBox 25">
            <a:extLst>
              <a:ext uri="{FF2B5EF4-FFF2-40B4-BE49-F238E27FC236}">
                <a16:creationId xmlns:a16="http://schemas.microsoft.com/office/drawing/2014/main" id="{125075E6-A520-730A-20B2-14A0D0D41C8A}"/>
              </a:ext>
            </a:extLst>
          </p:cNvPr>
          <p:cNvSpPr txBox="1"/>
          <p:nvPr/>
        </p:nvSpPr>
        <p:spPr>
          <a:xfrm>
            <a:off x="6340231" y="1929266"/>
            <a:ext cx="2357120" cy="1723549"/>
          </a:xfrm>
          <a:prstGeom prst="rect">
            <a:avLst/>
          </a:prstGeom>
          <a:noFill/>
        </p:spPr>
        <p:txBody>
          <a:bodyPr wrap="square" rtlCol="0">
            <a:spAutoFit/>
          </a:bodyPr>
          <a:lstStyle/>
          <a:p>
            <a:r>
              <a:rPr lang="en-IN" sz="1500" dirty="0">
                <a:solidFill>
                  <a:srgbClr val="1A432B"/>
                </a:solidFill>
                <a:latin typeface="Montserrat Medium" pitchFamily="34" charset="0"/>
              </a:rPr>
              <a:t>Optimizations:</a:t>
            </a:r>
          </a:p>
          <a:p>
            <a:endParaRPr lang="en-IN" sz="1500" b="1" dirty="0">
              <a:solidFill>
                <a:srgbClr val="1A432B"/>
              </a:solidFill>
              <a:latin typeface="Montserrat Medium" pitchFamily="34" charset="0"/>
              <a:ea typeface="Open Sans Light" pitchFamily="34" charset="-122"/>
              <a:cs typeface="Open Sans Light" pitchFamily="34" charset="-120"/>
            </a:endParaRPr>
          </a:p>
          <a:p>
            <a:r>
              <a:rPr lang="en-IN" sz="950" dirty="0">
                <a:solidFill>
                  <a:srgbClr val="2D5A3F"/>
                </a:solidFill>
                <a:latin typeface="Open Sans Light" pitchFamily="34" charset="0"/>
                <a:ea typeface="Open Sans Light" pitchFamily="34" charset="-122"/>
                <a:cs typeface="Open Sans Light" pitchFamily="34" charset="-120"/>
              </a:rPr>
              <a:t>1. Hyperparameter Tuning</a:t>
            </a:r>
          </a:p>
          <a:p>
            <a:pPr marL="228600" indent="-228600">
              <a:buAutoNum type="arabicPeriod"/>
            </a:pPr>
            <a:endParaRPr lang="en-IN" sz="950" dirty="0">
              <a:solidFill>
                <a:srgbClr val="2D5A3F"/>
              </a:solidFill>
              <a:latin typeface="Open Sans Light" pitchFamily="34" charset="0"/>
              <a:ea typeface="Open Sans Light" pitchFamily="34" charset="-122"/>
              <a:cs typeface="Open Sans Light" pitchFamily="34" charset="-120"/>
            </a:endParaRPr>
          </a:p>
          <a:p>
            <a:r>
              <a:rPr lang="en-IN" sz="950" dirty="0">
                <a:solidFill>
                  <a:srgbClr val="2D5A3F"/>
                </a:solidFill>
                <a:latin typeface="Open Sans Light" pitchFamily="34" charset="0"/>
                <a:ea typeface="Open Sans Light" pitchFamily="34" charset="-122"/>
                <a:cs typeface="Open Sans Light" pitchFamily="34" charset="-120"/>
              </a:rPr>
              <a:t>2. Top 10 Feature Model using Feature Importance (Age – Ordinal Encoded)</a:t>
            </a:r>
          </a:p>
          <a:p>
            <a:endParaRPr lang="en-IN" sz="950" dirty="0">
              <a:solidFill>
                <a:srgbClr val="2D5A3F"/>
              </a:solidFill>
              <a:latin typeface="Open Sans Light" pitchFamily="34" charset="0"/>
              <a:ea typeface="Open Sans Light" pitchFamily="34" charset="-122"/>
              <a:cs typeface="Open Sans Light" pitchFamily="34" charset="-120"/>
            </a:endParaRPr>
          </a:p>
          <a:p>
            <a:r>
              <a:rPr lang="en-IN" sz="950" dirty="0">
                <a:solidFill>
                  <a:srgbClr val="2D5A3F"/>
                </a:solidFill>
                <a:latin typeface="Open Sans Light" pitchFamily="34" charset="0"/>
                <a:ea typeface="Open Sans Light" pitchFamily="34" charset="-122"/>
                <a:cs typeface="Open Sans Light" pitchFamily="34" charset="-120"/>
              </a:rPr>
              <a:t>3. Top 10 Feature Model using Feature Importance (Age – Mapped)</a:t>
            </a:r>
          </a:p>
          <a:p>
            <a:endParaRPr lang="en-IN" sz="950" dirty="0">
              <a:solidFill>
                <a:srgbClr val="2D5A3F"/>
              </a:solidFill>
              <a:latin typeface="Open Sans Light" pitchFamily="34" charset="0"/>
              <a:ea typeface="Open Sans Light" pitchFamily="34" charset="-122"/>
              <a:cs typeface="Open Sans Light" pitchFamily="34" charset="-120"/>
            </a:endParaRPr>
          </a:p>
        </p:txBody>
      </p:sp>
      <p:sp>
        <p:nvSpPr>
          <p:cNvPr id="27" name="TextBox 26">
            <a:extLst>
              <a:ext uri="{FF2B5EF4-FFF2-40B4-BE49-F238E27FC236}">
                <a16:creationId xmlns:a16="http://schemas.microsoft.com/office/drawing/2014/main" id="{B6809212-01D2-1C96-1CA7-4B9AC8D6CBFA}"/>
              </a:ext>
            </a:extLst>
          </p:cNvPr>
          <p:cNvSpPr txBox="1"/>
          <p:nvPr/>
        </p:nvSpPr>
        <p:spPr>
          <a:xfrm>
            <a:off x="3497579" y="2133717"/>
            <a:ext cx="2282042" cy="530915"/>
          </a:xfrm>
          <a:prstGeom prst="rect">
            <a:avLst/>
          </a:prstGeom>
          <a:noFill/>
        </p:spPr>
        <p:txBody>
          <a:bodyPr wrap="square" rtlCol="0">
            <a:spAutoFit/>
          </a:bodyPr>
          <a:lstStyle/>
          <a:p>
            <a:r>
              <a:rPr lang="en-IN" sz="950" dirty="0">
                <a:solidFill>
                  <a:srgbClr val="2D5A3F"/>
                </a:solidFill>
                <a:latin typeface="Open Sans Light" pitchFamily="34" charset="0"/>
                <a:ea typeface="Open Sans Light" pitchFamily="34" charset="-122"/>
                <a:cs typeface="Open Sans Light" pitchFamily="34" charset="-120"/>
              </a:rPr>
              <a:t>No parameter Optimization</a:t>
            </a:r>
          </a:p>
          <a:p>
            <a:endParaRPr lang="en-IN" sz="950" dirty="0">
              <a:solidFill>
                <a:srgbClr val="2D5A3F"/>
              </a:solidFill>
              <a:latin typeface="Open Sans Light" pitchFamily="34" charset="0"/>
              <a:ea typeface="Open Sans Light" pitchFamily="34" charset="-122"/>
              <a:cs typeface="Open Sans Light" pitchFamily="34" charset="-120"/>
            </a:endParaRPr>
          </a:p>
          <a:p>
            <a:r>
              <a:rPr lang="en-IN" sz="950" dirty="0">
                <a:solidFill>
                  <a:srgbClr val="2D5A3F"/>
                </a:solidFill>
                <a:latin typeface="Open Sans Light" pitchFamily="34" charset="0"/>
                <a:ea typeface="Open Sans Light" pitchFamily="34" charset="-122"/>
                <a:cs typeface="Open Sans Light" pitchFamily="34" charset="-120"/>
              </a:rPr>
              <a:t>Base – Line Model</a:t>
            </a:r>
          </a:p>
        </p:txBody>
      </p:sp>
      <p:cxnSp>
        <p:nvCxnSpPr>
          <p:cNvPr id="29" name="Straight Connector 28">
            <a:extLst>
              <a:ext uri="{FF2B5EF4-FFF2-40B4-BE49-F238E27FC236}">
                <a16:creationId xmlns:a16="http://schemas.microsoft.com/office/drawing/2014/main" id="{2419B494-D925-F333-CA17-D28E89A96747}"/>
              </a:ext>
            </a:extLst>
          </p:cNvPr>
          <p:cNvCxnSpPr/>
          <p:nvPr/>
        </p:nvCxnSpPr>
        <p:spPr>
          <a:xfrm>
            <a:off x="3024554" y="828675"/>
            <a:ext cx="0" cy="248426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F86F35E-2A57-E27F-48FA-4C71AA3C587E}"/>
              </a:ext>
            </a:extLst>
          </p:cNvPr>
          <p:cNvCxnSpPr/>
          <p:nvPr/>
        </p:nvCxnSpPr>
        <p:spPr>
          <a:xfrm>
            <a:off x="5968437" y="828675"/>
            <a:ext cx="0" cy="248426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737146"/>
            <a:ext cx="8572500" cy="278606"/>
          </a:xfrm>
          <a:prstGeom prst="rect">
            <a:avLst/>
          </a:prstGeom>
          <a:noFill/>
          <a:ln/>
        </p:spPr>
        <p:txBody>
          <a:bodyPr wrap="square" lIns="0" tIns="0" rIns="0" bIns="0" rtlCol="0" anchor="t">
            <a:spAutoFit/>
          </a:bodyPr>
          <a:lstStyle/>
          <a:p>
            <a:pPr marL="0" indent="0" algn="l">
              <a:buNone/>
            </a:pPr>
            <a:r>
              <a:rPr lang="en-US" sz="1700" kern="0" spc="3" dirty="0">
                <a:solidFill>
                  <a:srgbClr val="1A432B"/>
                </a:solidFill>
                <a:latin typeface="Montserrat Medium" pitchFamily="34" charset="0"/>
                <a:ea typeface="Montserrat Medium" pitchFamily="34" charset="-122"/>
                <a:cs typeface="Montserrat Medium" pitchFamily="34" charset="-120"/>
              </a:rPr>
              <a:t>IDENTIFYING THE DRIVERS OF READMISSION</a:t>
            </a:r>
            <a:endParaRPr lang="en-US" sz="1700" dirty="0"/>
          </a:p>
        </p:txBody>
      </p:sp>
      <p:sp>
        <p:nvSpPr>
          <p:cNvPr id="5" name="Text 1"/>
          <p:cNvSpPr/>
          <p:nvPr/>
        </p:nvSpPr>
        <p:spPr>
          <a:xfrm>
            <a:off x="571500" y="1383209"/>
            <a:ext cx="3354437" cy="207169"/>
          </a:xfrm>
          <a:prstGeom prst="rect">
            <a:avLst/>
          </a:prstGeom>
          <a:noFill/>
          <a:ln/>
        </p:spPr>
        <p:txBody>
          <a:bodyPr wrap="square" lIns="8509" tIns="42545" rIns="8509" bIns="8509" rtlCol="0" anchor="ctr">
            <a:spAutoFit/>
          </a:bodyPr>
          <a:lstStyle/>
          <a:p>
            <a:pPr marL="0" indent="0" algn="l">
              <a:buNone/>
            </a:pPr>
            <a:r>
              <a:rPr lang="en-US" sz="950" dirty="0">
                <a:solidFill>
                  <a:srgbClr val="1A432B"/>
                </a:solidFill>
                <a:latin typeface="Montserrat Medium" pitchFamily="34" charset="0"/>
                <a:ea typeface="Montserrat Medium" pitchFamily="34" charset="-122"/>
                <a:cs typeface="Montserrat Medium" pitchFamily="34" charset="-120"/>
              </a:rPr>
              <a:t>Top Predictive Factors</a:t>
            </a:r>
            <a:endParaRPr lang="en-US" sz="950" dirty="0"/>
          </a:p>
        </p:txBody>
      </p:sp>
      <p:sp>
        <p:nvSpPr>
          <p:cNvPr id="6" name="Text 2"/>
          <p:cNvSpPr/>
          <p:nvPr/>
        </p:nvSpPr>
        <p:spPr>
          <a:xfrm>
            <a:off x="571500" y="1590377"/>
            <a:ext cx="192881" cy="205020"/>
          </a:xfrm>
          <a:prstGeom prst="rect">
            <a:avLst/>
          </a:prstGeom>
          <a:noFill/>
          <a:ln/>
        </p:spPr>
        <p:txBody>
          <a:bodyPr wrap="square" lIns="8509" tIns="68072" rIns="8509" bIns="8509" rtlCol="0" anchor="ctr">
            <a:spAutoFit/>
          </a:bodyPr>
          <a:lstStyle/>
          <a:p>
            <a:pPr marL="0" indent="0" algn="l">
              <a:lnSpc>
                <a:spcPct val="104000"/>
              </a:lnSpc>
              <a:buNone/>
            </a:pPr>
            <a:r>
              <a:rPr lang="en-US" sz="750" dirty="0">
                <a:solidFill>
                  <a:srgbClr val="FF6B6B"/>
                </a:solidFill>
                <a:latin typeface="Open Sans Light" pitchFamily="34" charset="0"/>
                <a:ea typeface="Open Sans Light" pitchFamily="34" charset="-122"/>
                <a:cs typeface="Open Sans Light" pitchFamily="34" charset="-120"/>
              </a:rPr>
              <a:t>1</a:t>
            </a:r>
            <a:endParaRPr lang="en-US" sz="750" dirty="0"/>
          </a:p>
        </p:txBody>
      </p:sp>
      <p:sp>
        <p:nvSpPr>
          <p:cNvPr id="7" name="Text 3"/>
          <p:cNvSpPr/>
          <p:nvPr/>
        </p:nvSpPr>
        <p:spPr>
          <a:xfrm>
            <a:off x="771525" y="1651099"/>
            <a:ext cx="1080492" cy="135731"/>
          </a:xfrm>
          <a:prstGeom prst="rect">
            <a:avLst/>
          </a:prstGeom>
          <a:noFill/>
          <a:ln/>
        </p:spPr>
        <p:txBody>
          <a:bodyPr wrap="none" lIns="0" tIns="0" rIns="0" bIns="0" rtlCol="0" anchor="t">
            <a:spAutoFit/>
          </a:bodyPr>
          <a:lstStyle/>
          <a:p>
            <a:pPr marL="0" indent="0" algn="l">
              <a:lnSpc>
                <a:spcPct val="104000"/>
              </a:lnSpc>
              <a:buNone/>
            </a:pPr>
            <a:r>
              <a:rPr lang="en-US" sz="700" b="1" dirty="0">
                <a:solidFill>
                  <a:srgbClr val="2D5A3F"/>
                </a:solidFill>
                <a:latin typeface="Open Sans Light" pitchFamily="34" charset="0"/>
                <a:ea typeface="Open Sans Light" pitchFamily="34" charset="-122"/>
                <a:cs typeface="Open Sans Light" pitchFamily="34" charset="-120"/>
              </a:rPr>
              <a:t>Number Inpatient Visits:</a:t>
            </a:r>
            <a:endParaRPr lang="en-US" sz="700" dirty="0"/>
          </a:p>
        </p:txBody>
      </p:sp>
      <p:sp>
        <p:nvSpPr>
          <p:cNvPr id="8" name="Text 4"/>
          <p:cNvSpPr/>
          <p:nvPr/>
        </p:nvSpPr>
        <p:spPr>
          <a:xfrm>
            <a:off x="1852017" y="1651099"/>
            <a:ext cx="1226939" cy="135731"/>
          </a:xfrm>
          <a:prstGeom prst="rect">
            <a:avLst/>
          </a:prstGeom>
          <a:noFill/>
          <a:ln/>
        </p:spPr>
        <p:txBody>
          <a:bodyPr wrap="none" lIns="0" tIns="0" rIns="0" bIns="0" rtlCol="0" anchor="t">
            <a:spAutoFit/>
          </a:bodyPr>
          <a:lstStyle/>
          <a:p>
            <a:pPr marL="0" indent="0" algn="l">
              <a:lnSpc>
                <a:spcPct val="104000"/>
              </a:lnSpc>
              <a:buNone/>
            </a:pPr>
            <a:r>
              <a:rPr lang="en-US" sz="750" dirty="0">
                <a:solidFill>
                  <a:srgbClr val="2D5A3F"/>
                </a:solidFill>
                <a:latin typeface="Open Sans Light" pitchFamily="34" charset="0"/>
                <a:ea typeface="Open Sans Light" pitchFamily="34" charset="-122"/>
                <a:cs typeface="Open Sans Light" pitchFamily="34" charset="-120"/>
              </a:rPr>
              <a:t>Strongest predictor of risk.</a:t>
            </a:r>
            <a:endParaRPr lang="en-US" sz="750" dirty="0"/>
          </a:p>
        </p:txBody>
      </p:sp>
      <p:sp>
        <p:nvSpPr>
          <p:cNvPr id="9" name="Text 5"/>
          <p:cNvSpPr/>
          <p:nvPr/>
        </p:nvSpPr>
        <p:spPr>
          <a:xfrm>
            <a:off x="571500" y="1795397"/>
            <a:ext cx="192881" cy="201448"/>
          </a:xfrm>
          <a:prstGeom prst="rect">
            <a:avLst/>
          </a:prstGeom>
          <a:noFill/>
          <a:ln/>
        </p:spPr>
        <p:txBody>
          <a:bodyPr wrap="square" lIns="8509" tIns="68072" rIns="8509" bIns="8509" rtlCol="0" anchor="ctr">
            <a:spAutoFit/>
          </a:bodyPr>
          <a:lstStyle/>
          <a:p>
            <a:pPr marL="0" indent="0" algn="l">
              <a:lnSpc>
                <a:spcPct val="104000"/>
              </a:lnSpc>
              <a:buNone/>
            </a:pPr>
            <a:r>
              <a:rPr lang="en-US" sz="750" dirty="0">
                <a:solidFill>
                  <a:srgbClr val="FF6B6B"/>
                </a:solidFill>
                <a:latin typeface="Open Sans Light" pitchFamily="34" charset="0"/>
                <a:ea typeface="Open Sans Light" pitchFamily="34" charset="-122"/>
                <a:cs typeface="Open Sans Light" pitchFamily="34" charset="-120"/>
              </a:rPr>
              <a:t>2</a:t>
            </a:r>
            <a:endParaRPr lang="en-US" sz="750" dirty="0"/>
          </a:p>
        </p:txBody>
      </p:sp>
      <p:sp>
        <p:nvSpPr>
          <p:cNvPr id="10" name="Text 6"/>
          <p:cNvSpPr/>
          <p:nvPr/>
        </p:nvSpPr>
        <p:spPr>
          <a:xfrm>
            <a:off x="771525" y="1852547"/>
            <a:ext cx="1125141" cy="135731"/>
          </a:xfrm>
          <a:prstGeom prst="rect">
            <a:avLst/>
          </a:prstGeom>
          <a:noFill/>
          <a:ln/>
        </p:spPr>
        <p:txBody>
          <a:bodyPr wrap="none" lIns="0" tIns="0" rIns="0" bIns="0" rtlCol="0" anchor="t">
            <a:spAutoFit/>
          </a:bodyPr>
          <a:lstStyle/>
          <a:p>
            <a:pPr marL="0" indent="0" algn="l">
              <a:lnSpc>
                <a:spcPct val="104000"/>
              </a:lnSpc>
              <a:buNone/>
            </a:pPr>
            <a:r>
              <a:rPr lang="en-US" sz="700" b="1" dirty="0">
                <a:solidFill>
                  <a:srgbClr val="2D5A3F"/>
                </a:solidFill>
                <a:latin typeface="Open Sans Light" pitchFamily="34" charset="0"/>
                <a:ea typeface="Open Sans Light" pitchFamily="34" charset="-122"/>
                <a:cs typeface="Open Sans Light" pitchFamily="34" charset="-120"/>
              </a:rPr>
              <a:t>Discharge Disposition ID:</a:t>
            </a:r>
            <a:endParaRPr lang="en-US" sz="700" dirty="0"/>
          </a:p>
        </p:txBody>
      </p:sp>
      <p:sp>
        <p:nvSpPr>
          <p:cNvPr id="11" name="Text 7"/>
          <p:cNvSpPr/>
          <p:nvPr/>
        </p:nvSpPr>
        <p:spPr>
          <a:xfrm>
            <a:off x="1896666" y="1852547"/>
            <a:ext cx="1269802" cy="135731"/>
          </a:xfrm>
          <a:prstGeom prst="rect">
            <a:avLst/>
          </a:prstGeom>
          <a:noFill/>
          <a:ln/>
        </p:spPr>
        <p:txBody>
          <a:bodyPr wrap="none" lIns="0" tIns="0" rIns="0" bIns="0" rtlCol="0" anchor="t">
            <a:spAutoFit/>
          </a:bodyPr>
          <a:lstStyle/>
          <a:p>
            <a:pPr marL="0" indent="0" algn="l">
              <a:lnSpc>
                <a:spcPct val="104000"/>
              </a:lnSpc>
              <a:buNone/>
            </a:pPr>
            <a:r>
              <a:rPr lang="en-US" sz="750" dirty="0">
                <a:solidFill>
                  <a:srgbClr val="2D5A3F"/>
                </a:solidFill>
                <a:latin typeface="Open Sans Light" pitchFamily="34" charset="0"/>
                <a:ea typeface="Open Sans Light" pitchFamily="34" charset="-122"/>
                <a:cs typeface="Open Sans Light" pitchFamily="34" charset="-120"/>
              </a:rPr>
              <a:t>Destination after discharge.</a:t>
            </a:r>
            <a:endParaRPr lang="en-US" sz="750" dirty="0"/>
          </a:p>
        </p:txBody>
      </p:sp>
      <p:sp>
        <p:nvSpPr>
          <p:cNvPr id="12" name="Text 8"/>
          <p:cNvSpPr/>
          <p:nvPr/>
        </p:nvSpPr>
        <p:spPr>
          <a:xfrm>
            <a:off x="571500" y="1996846"/>
            <a:ext cx="192881" cy="201448"/>
          </a:xfrm>
          <a:prstGeom prst="rect">
            <a:avLst/>
          </a:prstGeom>
          <a:noFill/>
          <a:ln/>
        </p:spPr>
        <p:txBody>
          <a:bodyPr wrap="square" lIns="8509" tIns="68072" rIns="8509" bIns="8509" rtlCol="0" anchor="ctr">
            <a:spAutoFit/>
          </a:bodyPr>
          <a:lstStyle/>
          <a:p>
            <a:pPr marL="0" indent="0" algn="l">
              <a:lnSpc>
                <a:spcPct val="104000"/>
              </a:lnSpc>
              <a:buNone/>
            </a:pPr>
            <a:r>
              <a:rPr lang="en-US" sz="750" dirty="0">
                <a:solidFill>
                  <a:srgbClr val="FF6B6B"/>
                </a:solidFill>
                <a:latin typeface="Open Sans Light" pitchFamily="34" charset="0"/>
                <a:ea typeface="Open Sans Light" pitchFamily="34" charset="-122"/>
                <a:cs typeface="Open Sans Light" pitchFamily="34" charset="-120"/>
              </a:rPr>
              <a:t>3</a:t>
            </a:r>
            <a:endParaRPr lang="en-US" sz="750" dirty="0"/>
          </a:p>
        </p:txBody>
      </p:sp>
      <p:sp>
        <p:nvSpPr>
          <p:cNvPr id="13" name="Text 9"/>
          <p:cNvSpPr/>
          <p:nvPr/>
        </p:nvSpPr>
        <p:spPr>
          <a:xfrm>
            <a:off x="771525" y="2053996"/>
            <a:ext cx="1176933" cy="135731"/>
          </a:xfrm>
          <a:prstGeom prst="rect">
            <a:avLst/>
          </a:prstGeom>
          <a:noFill/>
          <a:ln/>
        </p:spPr>
        <p:txBody>
          <a:bodyPr wrap="none" lIns="0" tIns="0" rIns="0" bIns="0" rtlCol="0" anchor="t">
            <a:spAutoFit/>
          </a:bodyPr>
          <a:lstStyle/>
          <a:p>
            <a:pPr marL="0" indent="0" algn="l">
              <a:lnSpc>
                <a:spcPct val="104000"/>
              </a:lnSpc>
              <a:buNone/>
            </a:pPr>
            <a:r>
              <a:rPr lang="en-US" sz="700" b="1" dirty="0">
                <a:solidFill>
                  <a:srgbClr val="2D5A3F"/>
                </a:solidFill>
                <a:latin typeface="Open Sans Light" pitchFamily="34" charset="0"/>
                <a:ea typeface="Open Sans Light" pitchFamily="34" charset="-122"/>
                <a:cs typeface="Open Sans Light" pitchFamily="34" charset="-120"/>
              </a:rPr>
              <a:t>Number Emergency Visits:</a:t>
            </a:r>
            <a:endParaRPr lang="en-US" sz="700" dirty="0"/>
          </a:p>
        </p:txBody>
      </p:sp>
      <p:sp>
        <p:nvSpPr>
          <p:cNvPr id="14" name="Text 10"/>
          <p:cNvSpPr/>
          <p:nvPr/>
        </p:nvSpPr>
        <p:spPr>
          <a:xfrm>
            <a:off x="1948458" y="2053996"/>
            <a:ext cx="1185863" cy="135731"/>
          </a:xfrm>
          <a:prstGeom prst="rect">
            <a:avLst/>
          </a:prstGeom>
          <a:noFill/>
          <a:ln/>
        </p:spPr>
        <p:txBody>
          <a:bodyPr wrap="none" lIns="0" tIns="0" rIns="0" bIns="0" rtlCol="0" anchor="t">
            <a:spAutoFit/>
          </a:bodyPr>
          <a:lstStyle/>
          <a:p>
            <a:pPr marL="0" indent="0" algn="l">
              <a:lnSpc>
                <a:spcPct val="104000"/>
              </a:lnSpc>
              <a:buNone/>
            </a:pPr>
            <a:r>
              <a:rPr lang="en-US" sz="750" dirty="0">
                <a:solidFill>
                  <a:srgbClr val="2D5A3F"/>
                </a:solidFill>
                <a:latin typeface="Open Sans Light" pitchFamily="34" charset="0"/>
                <a:ea typeface="Open Sans Light" pitchFamily="34" charset="-122"/>
                <a:cs typeface="Open Sans Light" pitchFamily="34" charset="-120"/>
              </a:rPr>
              <a:t>Frequency of urgent care.</a:t>
            </a:r>
            <a:endParaRPr lang="en-US" sz="750" dirty="0"/>
          </a:p>
        </p:txBody>
      </p:sp>
      <p:sp>
        <p:nvSpPr>
          <p:cNvPr id="15" name="Text 11"/>
          <p:cNvSpPr/>
          <p:nvPr/>
        </p:nvSpPr>
        <p:spPr>
          <a:xfrm>
            <a:off x="571500" y="2198294"/>
            <a:ext cx="192881" cy="201448"/>
          </a:xfrm>
          <a:prstGeom prst="rect">
            <a:avLst/>
          </a:prstGeom>
          <a:noFill/>
          <a:ln/>
        </p:spPr>
        <p:txBody>
          <a:bodyPr wrap="square" lIns="8509" tIns="68072" rIns="8509" bIns="8509" rtlCol="0" anchor="ctr">
            <a:spAutoFit/>
          </a:bodyPr>
          <a:lstStyle/>
          <a:p>
            <a:pPr marL="0" indent="0" algn="l">
              <a:lnSpc>
                <a:spcPct val="104000"/>
              </a:lnSpc>
              <a:buNone/>
            </a:pPr>
            <a:r>
              <a:rPr lang="en-US" sz="750" dirty="0">
                <a:solidFill>
                  <a:srgbClr val="FF6B6B"/>
                </a:solidFill>
                <a:latin typeface="Open Sans Light" pitchFamily="34" charset="0"/>
                <a:ea typeface="Open Sans Light" pitchFamily="34" charset="-122"/>
                <a:cs typeface="Open Sans Light" pitchFamily="34" charset="-120"/>
              </a:rPr>
              <a:t>4</a:t>
            </a:r>
            <a:endParaRPr lang="en-US" sz="750" dirty="0"/>
          </a:p>
        </p:txBody>
      </p:sp>
      <p:sp>
        <p:nvSpPr>
          <p:cNvPr id="16" name="Text 12"/>
          <p:cNvSpPr/>
          <p:nvPr/>
        </p:nvSpPr>
        <p:spPr>
          <a:xfrm>
            <a:off x="771525" y="2255444"/>
            <a:ext cx="967978" cy="135731"/>
          </a:xfrm>
          <a:prstGeom prst="rect">
            <a:avLst/>
          </a:prstGeom>
          <a:noFill/>
          <a:ln/>
        </p:spPr>
        <p:txBody>
          <a:bodyPr wrap="none" lIns="0" tIns="0" rIns="0" bIns="0" rtlCol="0" anchor="t">
            <a:spAutoFit/>
          </a:bodyPr>
          <a:lstStyle/>
          <a:p>
            <a:pPr marL="0" indent="0" algn="l">
              <a:lnSpc>
                <a:spcPct val="104000"/>
              </a:lnSpc>
              <a:buNone/>
            </a:pPr>
            <a:r>
              <a:rPr lang="en-US" sz="700" b="1" dirty="0">
                <a:solidFill>
                  <a:srgbClr val="2D5A3F"/>
                </a:solidFill>
                <a:latin typeface="Open Sans Light" pitchFamily="34" charset="0"/>
                <a:ea typeface="Open Sans Light" pitchFamily="34" charset="-122"/>
                <a:cs typeface="Open Sans Light" pitchFamily="34" charset="-120"/>
              </a:rPr>
              <a:t>Number Medications:</a:t>
            </a:r>
            <a:endParaRPr lang="en-US" sz="700" dirty="0"/>
          </a:p>
        </p:txBody>
      </p:sp>
      <p:sp>
        <p:nvSpPr>
          <p:cNvPr id="17" name="Text 13"/>
          <p:cNvSpPr/>
          <p:nvPr/>
        </p:nvSpPr>
        <p:spPr>
          <a:xfrm>
            <a:off x="1739503" y="2255444"/>
            <a:ext cx="1144786" cy="135731"/>
          </a:xfrm>
          <a:prstGeom prst="rect">
            <a:avLst/>
          </a:prstGeom>
          <a:noFill/>
          <a:ln/>
        </p:spPr>
        <p:txBody>
          <a:bodyPr wrap="none" lIns="0" tIns="0" rIns="0" bIns="0" rtlCol="0" anchor="t">
            <a:spAutoFit/>
          </a:bodyPr>
          <a:lstStyle/>
          <a:p>
            <a:pPr marL="0" indent="0" algn="l">
              <a:lnSpc>
                <a:spcPct val="104000"/>
              </a:lnSpc>
              <a:buNone/>
            </a:pPr>
            <a:r>
              <a:rPr lang="en-US" sz="750" dirty="0">
                <a:solidFill>
                  <a:srgbClr val="2D5A3F"/>
                </a:solidFill>
                <a:latin typeface="Open Sans Light" pitchFamily="34" charset="0"/>
                <a:ea typeface="Open Sans Light" pitchFamily="34" charset="-122"/>
                <a:cs typeface="Open Sans Light" pitchFamily="34" charset="-120"/>
              </a:rPr>
              <a:t>Complexity of treatment.</a:t>
            </a:r>
            <a:endParaRPr lang="en-US" sz="750" dirty="0"/>
          </a:p>
        </p:txBody>
      </p:sp>
      <p:sp>
        <p:nvSpPr>
          <p:cNvPr id="18" name="Text 14"/>
          <p:cNvSpPr/>
          <p:nvPr/>
        </p:nvSpPr>
        <p:spPr>
          <a:xfrm>
            <a:off x="571500" y="2399742"/>
            <a:ext cx="192881" cy="201448"/>
          </a:xfrm>
          <a:prstGeom prst="rect">
            <a:avLst/>
          </a:prstGeom>
          <a:noFill/>
          <a:ln/>
        </p:spPr>
        <p:txBody>
          <a:bodyPr wrap="square" lIns="8509" tIns="68072" rIns="8509" bIns="8509" rtlCol="0" anchor="ctr">
            <a:spAutoFit/>
          </a:bodyPr>
          <a:lstStyle/>
          <a:p>
            <a:pPr marL="0" indent="0" algn="l">
              <a:lnSpc>
                <a:spcPct val="104000"/>
              </a:lnSpc>
              <a:buNone/>
            </a:pPr>
            <a:r>
              <a:rPr lang="en-US" sz="750" dirty="0">
                <a:solidFill>
                  <a:srgbClr val="FF6B6B"/>
                </a:solidFill>
                <a:latin typeface="Open Sans Light" pitchFamily="34" charset="0"/>
                <a:ea typeface="Open Sans Light" pitchFamily="34" charset="-122"/>
                <a:cs typeface="Open Sans Light" pitchFamily="34" charset="-120"/>
              </a:rPr>
              <a:t>5</a:t>
            </a:r>
            <a:endParaRPr lang="en-US" sz="750" dirty="0"/>
          </a:p>
        </p:txBody>
      </p:sp>
      <p:sp>
        <p:nvSpPr>
          <p:cNvPr id="19" name="Text 15"/>
          <p:cNvSpPr/>
          <p:nvPr/>
        </p:nvSpPr>
        <p:spPr>
          <a:xfrm>
            <a:off x="771525" y="2456892"/>
            <a:ext cx="746522" cy="135731"/>
          </a:xfrm>
          <a:prstGeom prst="rect">
            <a:avLst/>
          </a:prstGeom>
          <a:noFill/>
          <a:ln/>
        </p:spPr>
        <p:txBody>
          <a:bodyPr wrap="none" lIns="0" tIns="0" rIns="0" bIns="0" rtlCol="0" anchor="t">
            <a:spAutoFit/>
          </a:bodyPr>
          <a:lstStyle/>
          <a:p>
            <a:pPr marL="0" indent="0" algn="l">
              <a:lnSpc>
                <a:spcPct val="104000"/>
              </a:lnSpc>
              <a:buNone/>
            </a:pPr>
            <a:r>
              <a:rPr lang="en-US" sz="700" b="1" dirty="0">
                <a:solidFill>
                  <a:srgbClr val="2D5A3F"/>
                </a:solidFill>
                <a:latin typeface="Open Sans Light" pitchFamily="34" charset="0"/>
                <a:ea typeface="Open Sans Light" pitchFamily="34" charset="-122"/>
                <a:cs typeface="Open Sans Light" pitchFamily="34" charset="-120"/>
              </a:rPr>
              <a:t>Time in Hospital:</a:t>
            </a:r>
            <a:endParaRPr lang="en-US" sz="700" dirty="0"/>
          </a:p>
        </p:txBody>
      </p:sp>
      <p:sp>
        <p:nvSpPr>
          <p:cNvPr id="20" name="Text 16"/>
          <p:cNvSpPr/>
          <p:nvPr/>
        </p:nvSpPr>
        <p:spPr>
          <a:xfrm>
            <a:off x="1518047" y="2456892"/>
            <a:ext cx="1100138" cy="135731"/>
          </a:xfrm>
          <a:prstGeom prst="rect">
            <a:avLst/>
          </a:prstGeom>
          <a:noFill/>
          <a:ln/>
        </p:spPr>
        <p:txBody>
          <a:bodyPr wrap="none" lIns="0" tIns="0" rIns="0" bIns="0" rtlCol="0" anchor="t">
            <a:spAutoFit/>
          </a:bodyPr>
          <a:lstStyle/>
          <a:p>
            <a:pPr marL="0" indent="0" algn="l">
              <a:lnSpc>
                <a:spcPct val="104000"/>
              </a:lnSpc>
              <a:buNone/>
            </a:pPr>
            <a:r>
              <a:rPr lang="en-US" sz="750" dirty="0">
                <a:solidFill>
                  <a:srgbClr val="2D5A3F"/>
                </a:solidFill>
                <a:latin typeface="Open Sans Light" pitchFamily="34" charset="0"/>
                <a:ea typeface="Open Sans Light" pitchFamily="34" charset="-122"/>
                <a:cs typeface="Open Sans Light" pitchFamily="34" charset="-120"/>
              </a:rPr>
              <a:t>Duration of clinical stay.</a:t>
            </a:r>
            <a:endParaRPr lang="en-US" sz="750" dirty="0"/>
          </a:p>
        </p:txBody>
      </p:sp>
      <p:sp>
        <p:nvSpPr>
          <p:cNvPr id="21" name="Text 17"/>
          <p:cNvSpPr/>
          <p:nvPr/>
        </p:nvSpPr>
        <p:spPr>
          <a:xfrm>
            <a:off x="571500" y="2601190"/>
            <a:ext cx="192881" cy="201448"/>
          </a:xfrm>
          <a:prstGeom prst="rect">
            <a:avLst/>
          </a:prstGeom>
          <a:noFill/>
          <a:ln/>
        </p:spPr>
        <p:txBody>
          <a:bodyPr wrap="square" lIns="8509" tIns="68072" rIns="8509" bIns="8509" rtlCol="0" anchor="ctr">
            <a:spAutoFit/>
          </a:bodyPr>
          <a:lstStyle/>
          <a:p>
            <a:pPr marL="0" indent="0" algn="l">
              <a:lnSpc>
                <a:spcPct val="104000"/>
              </a:lnSpc>
              <a:buNone/>
            </a:pPr>
            <a:r>
              <a:rPr lang="en-US" sz="750" dirty="0">
                <a:solidFill>
                  <a:srgbClr val="FF6B6B"/>
                </a:solidFill>
                <a:latin typeface="Open Sans Light" pitchFamily="34" charset="0"/>
                <a:ea typeface="Open Sans Light" pitchFamily="34" charset="-122"/>
                <a:cs typeface="Open Sans Light" pitchFamily="34" charset="-120"/>
              </a:rPr>
              <a:t>6</a:t>
            </a:r>
            <a:endParaRPr lang="en-US" sz="750" dirty="0"/>
          </a:p>
        </p:txBody>
      </p:sp>
      <p:sp>
        <p:nvSpPr>
          <p:cNvPr id="22" name="Text 18"/>
          <p:cNvSpPr/>
          <p:nvPr/>
        </p:nvSpPr>
        <p:spPr>
          <a:xfrm>
            <a:off x="771525" y="2658340"/>
            <a:ext cx="887611" cy="135731"/>
          </a:xfrm>
          <a:prstGeom prst="rect">
            <a:avLst/>
          </a:prstGeom>
          <a:noFill/>
          <a:ln/>
        </p:spPr>
        <p:txBody>
          <a:bodyPr wrap="none" lIns="0" tIns="0" rIns="0" bIns="0" rtlCol="0" anchor="t">
            <a:spAutoFit/>
          </a:bodyPr>
          <a:lstStyle/>
          <a:p>
            <a:pPr marL="0" indent="0" algn="l">
              <a:lnSpc>
                <a:spcPct val="104000"/>
              </a:lnSpc>
              <a:buNone/>
            </a:pPr>
            <a:r>
              <a:rPr lang="en-US" sz="700" b="1" dirty="0">
                <a:solidFill>
                  <a:srgbClr val="2D5A3F"/>
                </a:solidFill>
                <a:latin typeface="Open Sans Light" pitchFamily="34" charset="0"/>
                <a:ea typeface="Open Sans Light" pitchFamily="34" charset="-122"/>
                <a:cs typeface="Open Sans Light" pitchFamily="34" charset="-120"/>
              </a:rPr>
              <a:t>Number Diagnoses:</a:t>
            </a:r>
            <a:endParaRPr lang="en-US" sz="700" dirty="0"/>
          </a:p>
        </p:txBody>
      </p:sp>
      <p:sp>
        <p:nvSpPr>
          <p:cNvPr id="23" name="Text 19"/>
          <p:cNvSpPr/>
          <p:nvPr/>
        </p:nvSpPr>
        <p:spPr>
          <a:xfrm>
            <a:off x="1659136" y="2658340"/>
            <a:ext cx="1144786" cy="135731"/>
          </a:xfrm>
          <a:prstGeom prst="rect">
            <a:avLst/>
          </a:prstGeom>
          <a:noFill/>
          <a:ln/>
        </p:spPr>
        <p:txBody>
          <a:bodyPr wrap="none" lIns="0" tIns="0" rIns="0" bIns="0" rtlCol="0" anchor="t">
            <a:spAutoFit/>
          </a:bodyPr>
          <a:lstStyle/>
          <a:p>
            <a:pPr marL="0" indent="0" algn="l">
              <a:lnSpc>
                <a:spcPct val="104000"/>
              </a:lnSpc>
              <a:buNone/>
            </a:pPr>
            <a:r>
              <a:rPr lang="en-US" sz="750" dirty="0">
                <a:solidFill>
                  <a:srgbClr val="2D5A3F"/>
                </a:solidFill>
                <a:latin typeface="Open Sans Light" pitchFamily="34" charset="0"/>
                <a:ea typeface="Open Sans Light" pitchFamily="34" charset="-122"/>
                <a:cs typeface="Open Sans Light" pitchFamily="34" charset="-120"/>
              </a:rPr>
              <a:t>Total medical conditions.</a:t>
            </a:r>
            <a:endParaRPr lang="en-US" sz="750" dirty="0"/>
          </a:p>
        </p:txBody>
      </p:sp>
      <p:sp>
        <p:nvSpPr>
          <p:cNvPr id="24" name="Text 20"/>
          <p:cNvSpPr/>
          <p:nvPr/>
        </p:nvSpPr>
        <p:spPr>
          <a:xfrm>
            <a:off x="571500" y="2802638"/>
            <a:ext cx="192881" cy="201448"/>
          </a:xfrm>
          <a:prstGeom prst="rect">
            <a:avLst/>
          </a:prstGeom>
          <a:noFill/>
          <a:ln/>
        </p:spPr>
        <p:txBody>
          <a:bodyPr wrap="square" lIns="8509" tIns="68072" rIns="8509" bIns="8509" rtlCol="0" anchor="ctr">
            <a:spAutoFit/>
          </a:bodyPr>
          <a:lstStyle/>
          <a:p>
            <a:pPr marL="0" indent="0" algn="l">
              <a:lnSpc>
                <a:spcPct val="104000"/>
              </a:lnSpc>
              <a:buNone/>
            </a:pPr>
            <a:r>
              <a:rPr lang="en-US" sz="750" dirty="0">
                <a:solidFill>
                  <a:srgbClr val="FF6B6B"/>
                </a:solidFill>
                <a:latin typeface="Open Sans Light" pitchFamily="34" charset="0"/>
                <a:ea typeface="Open Sans Light" pitchFamily="34" charset="-122"/>
                <a:cs typeface="Open Sans Light" pitchFamily="34" charset="-120"/>
              </a:rPr>
              <a:t>7</a:t>
            </a:r>
            <a:endParaRPr lang="en-US" sz="750" dirty="0"/>
          </a:p>
        </p:txBody>
      </p:sp>
      <p:sp>
        <p:nvSpPr>
          <p:cNvPr id="25" name="Text 21"/>
          <p:cNvSpPr/>
          <p:nvPr/>
        </p:nvSpPr>
        <p:spPr>
          <a:xfrm>
            <a:off x="771525" y="2859788"/>
            <a:ext cx="1132284" cy="135731"/>
          </a:xfrm>
          <a:prstGeom prst="rect">
            <a:avLst/>
          </a:prstGeom>
          <a:noFill/>
          <a:ln/>
        </p:spPr>
        <p:txBody>
          <a:bodyPr wrap="none" lIns="0" tIns="0" rIns="0" bIns="0" rtlCol="0" anchor="t">
            <a:spAutoFit/>
          </a:bodyPr>
          <a:lstStyle/>
          <a:p>
            <a:pPr marL="0" indent="0" algn="l">
              <a:lnSpc>
                <a:spcPct val="104000"/>
              </a:lnSpc>
              <a:buNone/>
            </a:pPr>
            <a:r>
              <a:rPr lang="en-US" sz="700" b="1" dirty="0">
                <a:solidFill>
                  <a:srgbClr val="2D5A3F"/>
                </a:solidFill>
                <a:latin typeface="Open Sans Light" pitchFamily="34" charset="0"/>
                <a:ea typeface="Open Sans Light" pitchFamily="34" charset="-122"/>
                <a:cs typeface="Open Sans Light" pitchFamily="34" charset="-120"/>
              </a:rPr>
              <a:t>Number Lab Procedures:</a:t>
            </a:r>
            <a:endParaRPr lang="en-US" sz="700" dirty="0"/>
          </a:p>
        </p:txBody>
      </p:sp>
      <p:sp>
        <p:nvSpPr>
          <p:cNvPr id="26" name="Text 22"/>
          <p:cNvSpPr/>
          <p:nvPr/>
        </p:nvSpPr>
        <p:spPr>
          <a:xfrm>
            <a:off x="1903809" y="2859788"/>
            <a:ext cx="1069777" cy="135731"/>
          </a:xfrm>
          <a:prstGeom prst="rect">
            <a:avLst/>
          </a:prstGeom>
          <a:noFill/>
          <a:ln/>
        </p:spPr>
        <p:txBody>
          <a:bodyPr wrap="none" lIns="0" tIns="0" rIns="0" bIns="0" rtlCol="0" anchor="t">
            <a:spAutoFit/>
          </a:bodyPr>
          <a:lstStyle/>
          <a:p>
            <a:pPr marL="0" indent="0" algn="l">
              <a:lnSpc>
                <a:spcPct val="104000"/>
              </a:lnSpc>
              <a:buNone/>
            </a:pPr>
            <a:r>
              <a:rPr lang="en-US" sz="750" dirty="0">
                <a:solidFill>
                  <a:srgbClr val="2D5A3F"/>
                </a:solidFill>
                <a:latin typeface="Open Sans Light" pitchFamily="34" charset="0"/>
                <a:ea typeface="Open Sans Light" pitchFamily="34" charset="-122"/>
                <a:cs typeface="Open Sans Light" pitchFamily="34" charset="-120"/>
              </a:rPr>
              <a:t>Intensity of monitoring.</a:t>
            </a:r>
            <a:endParaRPr lang="en-US" sz="750" dirty="0"/>
          </a:p>
        </p:txBody>
      </p:sp>
      <p:sp>
        <p:nvSpPr>
          <p:cNvPr id="27" name="Text 23"/>
          <p:cNvSpPr/>
          <p:nvPr/>
        </p:nvSpPr>
        <p:spPr>
          <a:xfrm>
            <a:off x="571500" y="3004086"/>
            <a:ext cx="192881" cy="201448"/>
          </a:xfrm>
          <a:prstGeom prst="rect">
            <a:avLst/>
          </a:prstGeom>
          <a:noFill/>
          <a:ln/>
        </p:spPr>
        <p:txBody>
          <a:bodyPr wrap="square" lIns="8509" tIns="68072" rIns="8509" bIns="8509" rtlCol="0" anchor="ctr">
            <a:spAutoFit/>
          </a:bodyPr>
          <a:lstStyle/>
          <a:p>
            <a:pPr marL="0" indent="0" algn="l">
              <a:lnSpc>
                <a:spcPct val="104000"/>
              </a:lnSpc>
              <a:buNone/>
            </a:pPr>
            <a:r>
              <a:rPr lang="en-US" sz="750" dirty="0">
                <a:solidFill>
                  <a:srgbClr val="FF6B6B"/>
                </a:solidFill>
                <a:latin typeface="Open Sans Light" pitchFamily="34" charset="0"/>
                <a:ea typeface="Open Sans Light" pitchFamily="34" charset="-122"/>
                <a:cs typeface="Open Sans Light" pitchFamily="34" charset="-120"/>
              </a:rPr>
              <a:t>8</a:t>
            </a:r>
            <a:endParaRPr lang="en-US" sz="750" dirty="0"/>
          </a:p>
        </p:txBody>
      </p:sp>
      <p:sp>
        <p:nvSpPr>
          <p:cNvPr id="28" name="Text 24"/>
          <p:cNvSpPr/>
          <p:nvPr/>
        </p:nvSpPr>
        <p:spPr>
          <a:xfrm>
            <a:off x="771525" y="3061236"/>
            <a:ext cx="191095" cy="135731"/>
          </a:xfrm>
          <a:prstGeom prst="rect">
            <a:avLst/>
          </a:prstGeom>
          <a:noFill/>
          <a:ln/>
        </p:spPr>
        <p:txBody>
          <a:bodyPr wrap="none" lIns="0" tIns="0" rIns="0" bIns="0" rtlCol="0" anchor="t">
            <a:spAutoFit/>
          </a:bodyPr>
          <a:lstStyle/>
          <a:p>
            <a:pPr marL="0" indent="0" algn="l">
              <a:lnSpc>
                <a:spcPct val="104000"/>
              </a:lnSpc>
              <a:buNone/>
            </a:pPr>
            <a:r>
              <a:rPr lang="en-US" sz="700" b="1" dirty="0">
                <a:solidFill>
                  <a:srgbClr val="2D5A3F"/>
                </a:solidFill>
                <a:latin typeface="Open Sans Light" pitchFamily="34" charset="0"/>
                <a:ea typeface="Open Sans Light" pitchFamily="34" charset="-122"/>
                <a:cs typeface="Open Sans Light" pitchFamily="34" charset="-120"/>
              </a:rPr>
              <a:t>Age:</a:t>
            </a:r>
            <a:endParaRPr lang="en-US" sz="700" dirty="0"/>
          </a:p>
        </p:txBody>
      </p:sp>
      <p:sp>
        <p:nvSpPr>
          <p:cNvPr id="29" name="Text 25"/>
          <p:cNvSpPr/>
          <p:nvPr/>
        </p:nvSpPr>
        <p:spPr>
          <a:xfrm>
            <a:off x="962620" y="3061236"/>
            <a:ext cx="1196578" cy="135731"/>
          </a:xfrm>
          <a:prstGeom prst="rect">
            <a:avLst/>
          </a:prstGeom>
          <a:noFill/>
          <a:ln/>
        </p:spPr>
        <p:txBody>
          <a:bodyPr wrap="none" lIns="0" tIns="0" rIns="0" bIns="0" rtlCol="0" anchor="t">
            <a:spAutoFit/>
          </a:bodyPr>
          <a:lstStyle/>
          <a:p>
            <a:pPr marL="0" indent="0" algn="l">
              <a:lnSpc>
                <a:spcPct val="104000"/>
              </a:lnSpc>
              <a:buNone/>
            </a:pPr>
            <a:r>
              <a:rPr lang="en-US" sz="750" dirty="0">
                <a:solidFill>
                  <a:srgbClr val="2D5A3F"/>
                </a:solidFill>
                <a:latin typeface="Open Sans Light" pitchFamily="34" charset="0"/>
                <a:ea typeface="Open Sans Light" pitchFamily="34" charset="-122"/>
                <a:cs typeface="Open Sans Light" pitchFamily="34" charset="-120"/>
              </a:rPr>
              <a:t>Physiological vulnerability.</a:t>
            </a:r>
            <a:endParaRPr lang="en-US" sz="750" dirty="0"/>
          </a:p>
        </p:txBody>
      </p:sp>
      <p:sp>
        <p:nvSpPr>
          <p:cNvPr id="30" name="Text 26"/>
          <p:cNvSpPr/>
          <p:nvPr/>
        </p:nvSpPr>
        <p:spPr>
          <a:xfrm>
            <a:off x="571500" y="3205535"/>
            <a:ext cx="192881" cy="201448"/>
          </a:xfrm>
          <a:prstGeom prst="rect">
            <a:avLst/>
          </a:prstGeom>
          <a:noFill/>
          <a:ln/>
        </p:spPr>
        <p:txBody>
          <a:bodyPr wrap="square" lIns="8509" tIns="68072" rIns="8509" bIns="8509" rtlCol="0" anchor="ctr">
            <a:spAutoFit/>
          </a:bodyPr>
          <a:lstStyle/>
          <a:p>
            <a:pPr marL="0" indent="0" algn="l">
              <a:lnSpc>
                <a:spcPct val="104000"/>
              </a:lnSpc>
              <a:buNone/>
            </a:pPr>
            <a:r>
              <a:rPr lang="en-US" sz="750" dirty="0">
                <a:solidFill>
                  <a:srgbClr val="FF6B6B"/>
                </a:solidFill>
                <a:latin typeface="Open Sans Light" pitchFamily="34" charset="0"/>
                <a:ea typeface="Open Sans Light" pitchFamily="34" charset="-122"/>
                <a:cs typeface="Open Sans Light" pitchFamily="34" charset="-120"/>
              </a:rPr>
              <a:t>9</a:t>
            </a:r>
            <a:endParaRPr lang="en-US" sz="750" dirty="0"/>
          </a:p>
        </p:txBody>
      </p:sp>
      <p:sp>
        <p:nvSpPr>
          <p:cNvPr id="31" name="Text 27"/>
          <p:cNvSpPr/>
          <p:nvPr/>
        </p:nvSpPr>
        <p:spPr>
          <a:xfrm>
            <a:off x="771525" y="3262685"/>
            <a:ext cx="941189" cy="135731"/>
          </a:xfrm>
          <a:prstGeom prst="rect">
            <a:avLst/>
          </a:prstGeom>
          <a:noFill/>
          <a:ln/>
        </p:spPr>
        <p:txBody>
          <a:bodyPr wrap="none" lIns="0" tIns="0" rIns="0" bIns="0" rtlCol="0" anchor="t">
            <a:spAutoFit/>
          </a:bodyPr>
          <a:lstStyle/>
          <a:p>
            <a:pPr marL="0" indent="0" algn="l">
              <a:lnSpc>
                <a:spcPct val="104000"/>
              </a:lnSpc>
              <a:buNone/>
            </a:pPr>
            <a:r>
              <a:rPr lang="en-US" sz="700" b="1" dirty="0">
                <a:solidFill>
                  <a:srgbClr val="2D5A3F"/>
                </a:solidFill>
                <a:latin typeface="Open Sans Light" pitchFamily="34" charset="0"/>
                <a:ea typeface="Open Sans Light" pitchFamily="34" charset="-122"/>
                <a:cs typeface="Open Sans Light" pitchFamily="34" charset="-120"/>
              </a:rPr>
              <a:t>Number Procedures:</a:t>
            </a:r>
            <a:endParaRPr lang="en-US" sz="700" dirty="0"/>
          </a:p>
        </p:txBody>
      </p:sp>
      <p:sp>
        <p:nvSpPr>
          <p:cNvPr id="32" name="Text 28"/>
          <p:cNvSpPr/>
          <p:nvPr/>
        </p:nvSpPr>
        <p:spPr>
          <a:xfrm>
            <a:off x="1712714" y="3262685"/>
            <a:ext cx="1134070" cy="135731"/>
          </a:xfrm>
          <a:prstGeom prst="rect">
            <a:avLst/>
          </a:prstGeom>
          <a:noFill/>
          <a:ln/>
        </p:spPr>
        <p:txBody>
          <a:bodyPr wrap="none" lIns="0" tIns="0" rIns="0" bIns="0" rtlCol="0" anchor="t">
            <a:spAutoFit/>
          </a:bodyPr>
          <a:lstStyle/>
          <a:p>
            <a:pPr marL="0" indent="0" algn="l">
              <a:lnSpc>
                <a:spcPct val="104000"/>
              </a:lnSpc>
              <a:buNone/>
            </a:pPr>
            <a:r>
              <a:rPr lang="en-US" sz="750" dirty="0">
                <a:solidFill>
                  <a:srgbClr val="2D5A3F"/>
                </a:solidFill>
                <a:latin typeface="Open Sans Light" pitchFamily="34" charset="0"/>
                <a:ea typeface="Open Sans Light" pitchFamily="34" charset="-122"/>
                <a:cs typeface="Open Sans Light" pitchFamily="34" charset="-120"/>
              </a:rPr>
              <a:t>Non-lab medical actions.</a:t>
            </a:r>
            <a:endParaRPr lang="en-US" sz="750" dirty="0"/>
          </a:p>
        </p:txBody>
      </p:sp>
      <p:sp>
        <p:nvSpPr>
          <p:cNvPr id="33" name="Text 29"/>
          <p:cNvSpPr/>
          <p:nvPr/>
        </p:nvSpPr>
        <p:spPr>
          <a:xfrm>
            <a:off x="571500" y="3406983"/>
            <a:ext cx="192881" cy="201448"/>
          </a:xfrm>
          <a:prstGeom prst="rect">
            <a:avLst/>
          </a:prstGeom>
          <a:noFill/>
          <a:ln/>
        </p:spPr>
        <p:txBody>
          <a:bodyPr wrap="square" lIns="8509" tIns="68072" rIns="8509" bIns="8509" rtlCol="0" anchor="ctr">
            <a:spAutoFit/>
          </a:bodyPr>
          <a:lstStyle/>
          <a:p>
            <a:pPr marL="0" indent="0" algn="l">
              <a:lnSpc>
                <a:spcPct val="104000"/>
              </a:lnSpc>
              <a:buNone/>
            </a:pPr>
            <a:r>
              <a:rPr lang="en-US" sz="750" dirty="0">
                <a:solidFill>
                  <a:srgbClr val="FF6B6B"/>
                </a:solidFill>
                <a:latin typeface="Open Sans Light" pitchFamily="34" charset="0"/>
                <a:ea typeface="Open Sans Light" pitchFamily="34" charset="-122"/>
                <a:cs typeface="Open Sans Light" pitchFamily="34" charset="-120"/>
              </a:rPr>
              <a:t>10</a:t>
            </a:r>
            <a:endParaRPr lang="en-US" sz="750" dirty="0"/>
          </a:p>
        </p:txBody>
      </p:sp>
      <p:sp>
        <p:nvSpPr>
          <p:cNvPr id="34" name="Text 30"/>
          <p:cNvSpPr/>
          <p:nvPr/>
        </p:nvSpPr>
        <p:spPr>
          <a:xfrm>
            <a:off x="771525" y="3464133"/>
            <a:ext cx="1166217" cy="135731"/>
          </a:xfrm>
          <a:prstGeom prst="rect">
            <a:avLst/>
          </a:prstGeom>
          <a:noFill/>
          <a:ln/>
        </p:spPr>
        <p:txBody>
          <a:bodyPr wrap="none" lIns="0" tIns="0" rIns="0" bIns="0" rtlCol="0" anchor="t">
            <a:spAutoFit/>
          </a:bodyPr>
          <a:lstStyle/>
          <a:p>
            <a:pPr marL="0" indent="0" algn="l">
              <a:lnSpc>
                <a:spcPct val="104000"/>
              </a:lnSpc>
              <a:buNone/>
            </a:pPr>
            <a:r>
              <a:rPr lang="en-US" sz="700" b="1" dirty="0">
                <a:solidFill>
                  <a:srgbClr val="2D5A3F"/>
                </a:solidFill>
                <a:latin typeface="Open Sans Light" pitchFamily="34" charset="0"/>
                <a:ea typeface="Open Sans Light" pitchFamily="34" charset="-122"/>
                <a:cs typeface="Open Sans Light" pitchFamily="34" charset="-120"/>
              </a:rPr>
              <a:t>Number Outpatient Visits:</a:t>
            </a:r>
            <a:endParaRPr lang="en-US" sz="700" dirty="0"/>
          </a:p>
        </p:txBody>
      </p:sp>
      <p:sp>
        <p:nvSpPr>
          <p:cNvPr id="35" name="Text 31"/>
          <p:cNvSpPr/>
          <p:nvPr/>
        </p:nvSpPr>
        <p:spPr>
          <a:xfrm>
            <a:off x="1937742" y="3464133"/>
            <a:ext cx="989409" cy="135731"/>
          </a:xfrm>
          <a:prstGeom prst="rect">
            <a:avLst/>
          </a:prstGeom>
          <a:noFill/>
          <a:ln/>
        </p:spPr>
        <p:txBody>
          <a:bodyPr wrap="none" lIns="0" tIns="0" rIns="0" bIns="0" rtlCol="0" anchor="t">
            <a:spAutoFit/>
          </a:bodyPr>
          <a:lstStyle/>
          <a:p>
            <a:pPr marL="0" indent="0" algn="l">
              <a:lnSpc>
                <a:spcPct val="104000"/>
              </a:lnSpc>
              <a:buNone/>
            </a:pPr>
            <a:r>
              <a:rPr lang="en-US" sz="750" dirty="0">
                <a:solidFill>
                  <a:srgbClr val="2D5A3F"/>
                </a:solidFill>
                <a:latin typeface="Open Sans Light" pitchFamily="34" charset="0"/>
                <a:ea typeface="Open Sans Light" pitchFamily="34" charset="-122"/>
                <a:cs typeface="Open Sans Light" pitchFamily="34" charset="-120"/>
              </a:rPr>
              <a:t>Prior outpatient care.</a:t>
            </a:r>
            <a:endParaRPr lang="en-US" sz="750" dirty="0"/>
          </a:p>
        </p:txBody>
      </p:sp>
      <p:sp>
        <p:nvSpPr>
          <p:cNvPr id="36" name="Text 32"/>
          <p:cNvSpPr/>
          <p:nvPr/>
        </p:nvSpPr>
        <p:spPr>
          <a:xfrm>
            <a:off x="571500" y="3697728"/>
            <a:ext cx="3354437" cy="223242"/>
          </a:xfrm>
          <a:prstGeom prst="rect">
            <a:avLst/>
          </a:prstGeom>
          <a:noFill/>
          <a:ln/>
        </p:spPr>
        <p:txBody>
          <a:bodyPr wrap="square" lIns="0" tIns="127508" rIns="0" bIns="0" rtlCol="0" anchor="t">
            <a:spAutoFit/>
          </a:bodyPr>
          <a:lstStyle/>
          <a:p>
            <a:pPr marL="0" indent="0" algn="l">
              <a:buNone/>
            </a:pPr>
            <a:r>
              <a:rPr lang="en-US" sz="600" i="1" dirty="0">
                <a:solidFill>
                  <a:srgbClr val="2D5A3F"/>
                </a:solidFill>
                <a:latin typeface="Open Sans" pitchFamily="34" charset="0"/>
                <a:ea typeface="Open Sans" pitchFamily="34" charset="-122"/>
                <a:cs typeface="Open Sans" pitchFamily="34" charset="-120"/>
              </a:rPr>
              <a:t>*Analysis based on Random Forest Feature Importance scores.</a:t>
            </a:r>
            <a:endParaRPr lang="en-US" sz="600" dirty="0"/>
          </a:p>
        </p:txBody>
      </p:sp>
      <p:pic>
        <p:nvPicPr>
          <p:cNvPr id="37" name="Image 1" descr="preencoded.png"/>
          <p:cNvPicPr>
            <a:picLocks noChangeAspect="1"/>
          </p:cNvPicPr>
          <p:nvPr/>
        </p:nvPicPr>
        <p:blipFill>
          <a:blip r:embed="rId4"/>
          <a:stretch>
            <a:fillRect/>
          </a:stretch>
        </p:blipFill>
        <p:spPr>
          <a:xfrm>
            <a:off x="4211687" y="1454646"/>
            <a:ext cx="4359473" cy="3429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737146"/>
            <a:ext cx="8572500" cy="278606"/>
          </a:xfrm>
          <a:prstGeom prst="rect">
            <a:avLst/>
          </a:prstGeom>
          <a:noFill/>
          <a:ln/>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0" cap="none" spc="3" normalizeH="0" baseline="0" noProof="0" dirty="0">
                <a:ln>
                  <a:noFill/>
                </a:ln>
                <a:solidFill>
                  <a:srgbClr val="1A432B"/>
                </a:solidFill>
                <a:effectLst/>
                <a:uLnTx/>
                <a:uFillTx/>
                <a:latin typeface="Montserrat Medium" pitchFamily="34" charset="0"/>
                <a:ea typeface="Montserrat Medium" pitchFamily="34" charset="-122"/>
                <a:cs typeface="Montserrat Medium" pitchFamily="34" charset="-120"/>
              </a:rPr>
              <a:t>MODEL OPTIMIZATION AND PERFORMANCE COMPARISON</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1"/>
          <p:cNvSpPr/>
          <p:nvPr/>
        </p:nvSpPr>
        <p:spPr>
          <a:xfrm>
            <a:off x="571500" y="1454646"/>
            <a:ext cx="8001000" cy="2506591"/>
          </a:xfrm>
          <a:prstGeom prst="rect">
            <a:avLst/>
          </a:prstGeom>
          <a:solidFill>
            <a:srgbClr val="FFFFFF">
              <a:alpha val="30000"/>
            </a:srgbClr>
          </a:solidFill>
          <a:ln/>
        </p:spPr>
        <p:txBody>
          <a:bodyPr/>
          <a:lstStyle/>
          <a:p>
            <a:endParaRPr lang="en-IN"/>
          </a:p>
        </p:txBody>
      </p:sp>
      <p:sp>
        <p:nvSpPr>
          <p:cNvPr id="6" name="Shape 2"/>
          <p:cNvSpPr/>
          <p:nvPr/>
        </p:nvSpPr>
        <p:spPr>
          <a:xfrm>
            <a:off x="592931" y="1454646"/>
            <a:ext cx="1643063" cy="353616"/>
          </a:xfrm>
          <a:prstGeom prst="rect">
            <a:avLst/>
          </a:prstGeom>
          <a:solidFill>
            <a:srgbClr val="1A432B"/>
          </a:solidFill>
          <a:ln/>
        </p:spPr>
        <p:txBody>
          <a:bodyPr/>
          <a:lstStyle/>
          <a:p>
            <a:endParaRPr lang="en-IN"/>
          </a:p>
        </p:txBody>
      </p:sp>
      <p:sp>
        <p:nvSpPr>
          <p:cNvPr id="7" name="Text 3"/>
          <p:cNvSpPr/>
          <p:nvPr/>
        </p:nvSpPr>
        <p:spPr>
          <a:xfrm>
            <a:off x="592931" y="1454646"/>
            <a:ext cx="1643063" cy="353616"/>
          </a:xfrm>
          <a:prstGeom prst="rect">
            <a:avLst/>
          </a:prstGeom>
          <a:noFill/>
          <a:ln/>
        </p:spPr>
        <p:txBody>
          <a:bodyPr wrap="square" lIns="127508" tIns="127508" rIns="127508" bIns="127508"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1" normalizeH="0" baseline="0" noProof="0" dirty="0">
                <a:ln>
                  <a:noFill/>
                </a:ln>
                <a:solidFill>
                  <a:srgbClr val="E8F3EB"/>
                </a:solidFill>
                <a:effectLst/>
                <a:uLnTx/>
                <a:uFillTx/>
                <a:latin typeface="Montserrat SemiBold" pitchFamily="34" charset="0"/>
                <a:ea typeface="Montserrat SemiBold" pitchFamily="34" charset="-122"/>
                <a:cs typeface="Montserrat SemiBold" pitchFamily="34" charset="-120"/>
              </a:rPr>
              <a:t>MODEL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4"/>
          <p:cNvSpPr/>
          <p:nvPr/>
        </p:nvSpPr>
        <p:spPr>
          <a:xfrm>
            <a:off x="2235994" y="1454646"/>
            <a:ext cx="2614613" cy="353616"/>
          </a:xfrm>
          <a:prstGeom prst="rect">
            <a:avLst/>
          </a:prstGeom>
          <a:solidFill>
            <a:srgbClr val="1A432B"/>
          </a:solidFill>
          <a:ln/>
        </p:spPr>
        <p:txBody>
          <a:bodyPr/>
          <a:lstStyle/>
          <a:p>
            <a:endParaRPr lang="en-IN"/>
          </a:p>
        </p:txBody>
      </p:sp>
      <p:sp>
        <p:nvSpPr>
          <p:cNvPr id="9" name="Text 5"/>
          <p:cNvSpPr/>
          <p:nvPr/>
        </p:nvSpPr>
        <p:spPr>
          <a:xfrm>
            <a:off x="2235994" y="1454646"/>
            <a:ext cx="2614613" cy="353616"/>
          </a:xfrm>
          <a:prstGeom prst="rect">
            <a:avLst/>
          </a:prstGeom>
          <a:noFill/>
          <a:ln/>
        </p:spPr>
        <p:txBody>
          <a:bodyPr wrap="square" lIns="127508" tIns="127508" rIns="127508" bIns="127508"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1" normalizeH="0" baseline="0" noProof="0" dirty="0">
                <a:ln>
                  <a:noFill/>
                </a:ln>
                <a:solidFill>
                  <a:srgbClr val="E8F3EB"/>
                </a:solidFill>
                <a:effectLst/>
                <a:uLnTx/>
                <a:uFillTx/>
                <a:latin typeface="Montserrat SemiBold" pitchFamily="34" charset="0"/>
                <a:ea typeface="Montserrat SemiBold" pitchFamily="34" charset="-122"/>
                <a:cs typeface="Montserrat SemiBold" pitchFamily="34" charset="-120"/>
              </a:rPr>
              <a:t>OPTIMIZATION APPLIED</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6"/>
          <p:cNvSpPr/>
          <p:nvPr/>
        </p:nvSpPr>
        <p:spPr>
          <a:xfrm>
            <a:off x="4850606" y="1454646"/>
            <a:ext cx="930473" cy="353616"/>
          </a:xfrm>
          <a:prstGeom prst="rect">
            <a:avLst/>
          </a:prstGeom>
          <a:solidFill>
            <a:srgbClr val="1A432B"/>
          </a:solidFill>
          <a:ln/>
        </p:spPr>
        <p:txBody>
          <a:bodyPr/>
          <a:lstStyle/>
          <a:p>
            <a:endParaRPr lang="en-IN"/>
          </a:p>
        </p:txBody>
      </p:sp>
      <p:sp>
        <p:nvSpPr>
          <p:cNvPr id="11" name="Text 7"/>
          <p:cNvSpPr/>
          <p:nvPr/>
        </p:nvSpPr>
        <p:spPr>
          <a:xfrm>
            <a:off x="4850606" y="1454646"/>
            <a:ext cx="930473" cy="353616"/>
          </a:xfrm>
          <a:prstGeom prst="rect">
            <a:avLst/>
          </a:prstGeom>
          <a:noFill/>
          <a:ln/>
        </p:spPr>
        <p:txBody>
          <a:bodyPr wrap="none" lIns="127508" tIns="127508" rIns="127508" bIns="127508"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1" normalizeH="0" baseline="0" noProof="0" dirty="0">
                <a:ln>
                  <a:noFill/>
                </a:ln>
                <a:solidFill>
                  <a:srgbClr val="E8F3EB"/>
                </a:solidFill>
                <a:effectLst/>
                <a:uLnTx/>
                <a:uFillTx/>
                <a:latin typeface="Montserrat SemiBold" pitchFamily="34" charset="0"/>
                <a:ea typeface="Montserrat SemiBold" pitchFamily="34" charset="-122"/>
                <a:cs typeface="Montserrat SemiBold" pitchFamily="34" charset="-120"/>
              </a:rPr>
              <a:t>ACCURACY</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8"/>
          <p:cNvSpPr/>
          <p:nvPr/>
        </p:nvSpPr>
        <p:spPr>
          <a:xfrm>
            <a:off x="5781080" y="1454646"/>
            <a:ext cx="934045" cy="353616"/>
          </a:xfrm>
          <a:prstGeom prst="rect">
            <a:avLst/>
          </a:prstGeom>
          <a:solidFill>
            <a:srgbClr val="1A432B"/>
          </a:solidFill>
          <a:ln/>
        </p:spPr>
        <p:txBody>
          <a:bodyPr/>
          <a:lstStyle/>
          <a:p>
            <a:endParaRPr lang="en-IN"/>
          </a:p>
        </p:txBody>
      </p:sp>
      <p:sp>
        <p:nvSpPr>
          <p:cNvPr id="13" name="Text 9"/>
          <p:cNvSpPr/>
          <p:nvPr/>
        </p:nvSpPr>
        <p:spPr>
          <a:xfrm>
            <a:off x="5781080" y="1454646"/>
            <a:ext cx="934045" cy="353616"/>
          </a:xfrm>
          <a:prstGeom prst="rect">
            <a:avLst/>
          </a:prstGeom>
          <a:noFill/>
          <a:ln/>
        </p:spPr>
        <p:txBody>
          <a:bodyPr wrap="none" lIns="127508" tIns="127508" rIns="127508" bIns="127508"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1" normalizeH="0" baseline="0" noProof="0" dirty="0">
                <a:ln>
                  <a:noFill/>
                </a:ln>
                <a:solidFill>
                  <a:srgbClr val="E8F3EB"/>
                </a:solidFill>
                <a:effectLst/>
                <a:uLnTx/>
                <a:uFillTx/>
                <a:latin typeface="Montserrat SemiBold" pitchFamily="34" charset="0"/>
                <a:ea typeface="Montserrat SemiBold" pitchFamily="34" charset="-122"/>
                <a:cs typeface="Montserrat SemiBold" pitchFamily="34" charset="-120"/>
              </a:rPr>
              <a:t>PRECISION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0"/>
          <p:cNvSpPr/>
          <p:nvPr/>
        </p:nvSpPr>
        <p:spPr>
          <a:xfrm>
            <a:off x="6715125" y="1454646"/>
            <a:ext cx="928688" cy="353616"/>
          </a:xfrm>
          <a:prstGeom prst="rect">
            <a:avLst/>
          </a:prstGeom>
          <a:solidFill>
            <a:srgbClr val="1A432B"/>
          </a:solidFill>
          <a:ln/>
        </p:spPr>
        <p:txBody>
          <a:bodyPr/>
          <a:lstStyle/>
          <a:p>
            <a:endParaRPr lang="en-IN"/>
          </a:p>
        </p:txBody>
      </p:sp>
      <p:sp>
        <p:nvSpPr>
          <p:cNvPr id="15" name="Text 11"/>
          <p:cNvSpPr/>
          <p:nvPr/>
        </p:nvSpPr>
        <p:spPr>
          <a:xfrm>
            <a:off x="6715125" y="1454646"/>
            <a:ext cx="928688" cy="353616"/>
          </a:xfrm>
          <a:prstGeom prst="rect">
            <a:avLst/>
          </a:prstGeom>
          <a:noFill/>
          <a:ln/>
        </p:spPr>
        <p:txBody>
          <a:bodyPr wrap="none" lIns="127508" tIns="127508" rIns="127508" bIns="127508"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1" normalizeH="0" baseline="0" noProof="0" dirty="0">
                <a:ln>
                  <a:noFill/>
                </a:ln>
                <a:solidFill>
                  <a:srgbClr val="E8F3EB"/>
                </a:solidFill>
                <a:effectLst/>
                <a:uLnTx/>
                <a:uFillTx/>
                <a:latin typeface="Montserrat SemiBold" pitchFamily="34" charset="0"/>
                <a:ea typeface="Montserrat SemiBold" pitchFamily="34" charset="-122"/>
                <a:cs typeface="Montserrat SemiBold" pitchFamily="34" charset="-120"/>
              </a:rPr>
              <a:t>RECALL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2"/>
          <p:cNvSpPr/>
          <p:nvPr/>
        </p:nvSpPr>
        <p:spPr>
          <a:xfrm>
            <a:off x="7643813" y="1454646"/>
            <a:ext cx="928688" cy="353616"/>
          </a:xfrm>
          <a:prstGeom prst="rect">
            <a:avLst/>
          </a:prstGeom>
          <a:solidFill>
            <a:srgbClr val="1A432B"/>
          </a:solidFill>
          <a:ln/>
        </p:spPr>
        <p:txBody>
          <a:bodyPr/>
          <a:lstStyle/>
          <a:p>
            <a:endParaRPr lang="en-IN"/>
          </a:p>
        </p:txBody>
      </p:sp>
      <p:sp>
        <p:nvSpPr>
          <p:cNvPr id="17" name="Text 13"/>
          <p:cNvSpPr/>
          <p:nvPr/>
        </p:nvSpPr>
        <p:spPr>
          <a:xfrm>
            <a:off x="7643813" y="1454646"/>
            <a:ext cx="928688" cy="353616"/>
          </a:xfrm>
          <a:prstGeom prst="rect">
            <a:avLst/>
          </a:prstGeom>
          <a:noFill/>
          <a:ln/>
        </p:spPr>
        <p:txBody>
          <a:bodyPr wrap="none" lIns="127508" tIns="127508" rIns="127508" bIns="127508"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1" normalizeH="0" baseline="0" noProof="0" dirty="0">
                <a:ln>
                  <a:noFill/>
                </a:ln>
                <a:solidFill>
                  <a:srgbClr val="E8F3EB"/>
                </a:solidFill>
                <a:effectLst/>
                <a:uLnTx/>
                <a:uFillTx/>
                <a:latin typeface="Montserrat SemiBold" pitchFamily="34" charset="0"/>
                <a:ea typeface="Montserrat SemiBold" pitchFamily="34" charset="-122"/>
                <a:cs typeface="Montserrat SemiBold" pitchFamily="34" charset="-120"/>
              </a:rPr>
              <a:t>F1 SCORE</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4"/>
          <p:cNvSpPr/>
          <p:nvPr/>
        </p:nvSpPr>
        <p:spPr>
          <a:xfrm>
            <a:off x="592931" y="1808262"/>
            <a:ext cx="1643063" cy="315023"/>
          </a:xfrm>
          <a:prstGeom prst="rect">
            <a:avLst/>
          </a:prstGeom>
          <a:noFill/>
          <a:ln/>
        </p:spPr>
        <p:txBody>
          <a:bodyPr wrap="square" lIns="127508" tIns="102108" rIns="127508" bIns="102108"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1A432B"/>
                </a:solidFill>
                <a:effectLst/>
                <a:uLnTx/>
                <a:uFillTx/>
                <a:latin typeface="Open Sans SemiBold" pitchFamily="34" charset="0"/>
                <a:ea typeface="Open Sans SemiBold" pitchFamily="34" charset="-122"/>
                <a:cs typeface="Open Sans SemiBold" pitchFamily="34" charset="-120"/>
              </a:rPr>
              <a:t>Logistic Regression</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5"/>
          <p:cNvSpPr/>
          <p:nvPr/>
        </p:nvSpPr>
        <p:spPr>
          <a:xfrm>
            <a:off x="2235994" y="1808262"/>
            <a:ext cx="2614613" cy="315023"/>
          </a:xfrm>
          <a:prstGeom prst="rect">
            <a:avLst/>
          </a:prstGeom>
          <a:noFill/>
          <a:ln/>
        </p:spPr>
        <p:txBody>
          <a:bodyPr wrap="square" lIns="127508" tIns="102108" rIns="127508" bIns="102108" rtlCol="0" anchor="ctr">
            <a:spAutoFit/>
          </a:bodyPr>
          <a:lstStyle/>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2D5A3F"/>
                </a:solidFill>
                <a:effectLst/>
                <a:uLnTx/>
                <a:uFillTx/>
                <a:latin typeface="Open Sans" pitchFamily="34" charset="0"/>
                <a:ea typeface="Open Sans" pitchFamily="34" charset="-122"/>
                <a:cs typeface="Open Sans" pitchFamily="34" charset="-120"/>
              </a:rPr>
              <a:t>Default Model</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6"/>
          <p:cNvSpPr/>
          <p:nvPr/>
        </p:nvSpPr>
        <p:spPr>
          <a:xfrm>
            <a:off x="4850606" y="1808262"/>
            <a:ext cx="930473" cy="315023"/>
          </a:xfrm>
          <a:prstGeom prst="rect">
            <a:avLst/>
          </a:prstGeom>
          <a:noFill/>
          <a:ln/>
        </p:spPr>
        <p:txBody>
          <a:bodyPr wrap="none" lIns="127508" tIns="102108" rIns="127508" bIns="102108"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2D5A3F"/>
                </a:solidFill>
                <a:effectLst/>
                <a:uLnTx/>
                <a:uFillTx/>
                <a:latin typeface="Open Sans SemiBold" pitchFamily="34" charset="0"/>
                <a:ea typeface="Open Sans SemiBold" pitchFamily="34" charset="-122"/>
                <a:cs typeface="Open Sans SemiBold" pitchFamily="34" charset="-120"/>
              </a:rPr>
              <a:t>88.8%</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7"/>
          <p:cNvSpPr/>
          <p:nvPr/>
        </p:nvSpPr>
        <p:spPr>
          <a:xfrm>
            <a:off x="5781080" y="1808262"/>
            <a:ext cx="934045" cy="315023"/>
          </a:xfrm>
          <a:prstGeom prst="rect">
            <a:avLst/>
          </a:prstGeom>
          <a:noFill/>
          <a:ln/>
        </p:spPr>
        <p:txBody>
          <a:bodyPr wrap="none" lIns="127508" tIns="102108" rIns="127508" bIns="102108"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2D5A3F"/>
                </a:solidFill>
                <a:effectLst/>
                <a:uLnTx/>
                <a:uFillTx/>
                <a:latin typeface="Open Sans SemiBold" pitchFamily="34" charset="0"/>
                <a:ea typeface="Open Sans SemiBold" pitchFamily="34" charset="-122"/>
                <a:cs typeface="Open Sans SemiBold" pitchFamily="34" charset="-120"/>
              </a:rPr>
              <a:t>47%</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18"/>
          <p:cNvSpPr/>
          <p:nvPr/>
        </p:nvSpPr>
        <p:spPr>
          <a:xfrm>
            <a:off x="6715125" y="1808262"/>
            <a:ext cx="928688" cy="315023"/>
          </a:xfrm>
          <a:prstGeom prst="rect">
            <a:avLst/>
          </a:prstGeom>
          <a:noFill/>
          <a:ln/>
        </p:spPr>
        <p:txBody>
          <a:bodyPr wrap="none" lIns="127508" tIns="102108" rIns="127508" bIns="102108"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2D5A3F"/>
                </a:solidFill>
                <a:effectLst/>
                <a:uLnTx/>
                <a:uFillTx/>
                <a:latin typeface="Open Sans SemiBold" pitchFamily="34" charset="0"/>
                <a:ea typeface="Open Sans SemiBold" pitchFamily="34" charset="-122"/>
                <a:cs typeface="Open Sans SemiBold" pitchFamily="34" charset="-120"/>
              </a:rPr>
              <a:t>1%</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19"/>
          <p:cNvSpPr/>
          <p:nvPr/>
        </p:nvSpPr>
        <p:spPr>
          <a:xfrm>
            <a:off x="7643813" y="1808262"/>
            <a:ext cx="928688" cy="315023"/>
          </a:xfrm>
          <a:prstGeom prst="rect">
            <a:avLst/>
          </a:prstGeom>
          <a:noFill/>
          <a:ln/>
        </p:spPr>
        <p:txBody>
          <a:bodyPr wrap="none" lIns="127508" tIns="102108" rIns="127508" bIns="102108"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2D5A3F"/>
                </a:solidFill>
                <a:effectLst/>
                <a:uLnTx/>
                <a:uFillTx/>
                <a:latin typeface="Open Sans SemiBold" pitchFamily="34" charset="0"/>
                <a:ea typeface="Open Sans SemiBold" pitchFamily="34" charset="-122"/>
                <a:cs typeface="Open Sans SemiBold" pitchFamily="34" charset="-120"/>
              </a:rPr>
              <a:t>2%</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0"/>
          <p:cNvSpPr/>
          <p:nvPr/>
        </p:nvSpPr>
        <p:spPr>
          <a:xfrm>
            <a:off x="592931" y="2123284"/>
            <a:ext cx="1643063" cy="598596"/>
          </a:xfrm>
          <a:prstGeom prst="rect">
            <a:avLst/>
          </a:prstGeom>
          <a:noFill/>
          <a:ln/>
        </p:spPr>
        <p:txBody>
          <a:bodyPr wrap="square" lIns="127508" tIns="102108" rIns="127508" bIns="102108"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1A432B"/>
                </a:solidFill>
                <a:effectLst/>
                <a:uLnTx/>
                <a:uFillTx/>
                <a:latin typeface="Open Sans SemiBold" pitchFamily="34" charset="0"/>
                <a:ea typeface="Open Sans SemiBold" pitchFamily="34" charset="-122"/>
                <a:cs typeface="Open Sans SemiBold" pitchFamily="34" charset="-120"/>
              </a:rPr>
              <a:t>Logistic Regression</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1"/>
          <p:cNvSpPr/>
          <p:nvPr/>
        </p:nvSpPr>
        <p:spPr>
          <a:xfrm>
            <a:off x="2450306" y="2212581"/>
            <a:ext cx="2293144" cy="140001"/>
          </a:xfrm>
          <a:prstGeom prst="rect">
            <a:avLst/>
          </a:prstGeom>
          <a:noFill/>
          <a:ln/>
        </p:spPr>
        <p:txBody>
          <a:bodyPr wrap="none" lIns="0" tIns="0" rIns="0" bIns="0" rtlCol="0" anchor="t">
            <a:spAutoFit/>
          </a:bodyPr>
          <a:lstStyle/>
          <a:p>
            <a:pPr marL="127000" marR="0" lvl="0" indent="-127000" algn="l" defTabSz="914400" rtl="0" eaLnBrk="1" fontAlgn="auto" latinLnBrk="0" hangingPunct="1">
              <a:lnSpc>
                <a:spcPct val="112000"/>
              </a:lnSpc>
              <a:spcBef>
                <a:spcPts val="0"/>
              </a:spcBef>
              <a:spcAft>
                <a:spcPts val="0"/>
              </a:spcAft>
              <a:buClrTx/>
              <a:buSzPct val="100000"/>
              <a:buFontTx/>
              <a:buChar char="•"/>
              <a:tabLst/>
              <a:defRPr/>
            </a:pPr>
            <a:r>
              <a:rPr kumimoji="0" lang="en-US" sz="750" b="0" i="0" u="none" strike="noStrike" kern="1200" cap="none" spc="0" normalizeH="0" baseline="0" noProof="0" dirty="0">
                <a:ln>
                  <a:noFill/>
                </a:ln>
                <a:solidFill>
                  <a:srgbClr val="2D5A3F"/>
                </a:solidFill>
                <a:effectLst/>
                <a:uLnTx/>
                <a:uFillTx/>
                <a:latin typeface="Open Sans" pitchFamily="34" charset="0"/>
                <a:ea typeface="Open Sans" pitchFamily="34" charset="-122"/>
                <a:cs typeface="Open Sans" pitchFamily="34" charset="-120"/>
              </a:rPr>
              <a:t>Class Weight Balancing</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2"/>
          <p:cNvSpPr/>
          <p:nvPr/>
        </p:nvSpPr>
        <p:spPr>
          <a:xfrm>
            <a:off x="2450306" y="2352582"/>
            <a:ext cx="2293144" cy="140001"/>
          </a:xfrm>
          <a:prstGeom prst="rect">
            <a:avLst/>
          </a:prstGeom>
          <a:noFill/>
          <a:ln/>
        </p:spPr>
        <p:txBody>
          <a:bodyPr wrap="none" lIns="0" tIns="0" rIns="0" bIns="0" rtlCol="0" anchor="t">
            <a:spAutoFit/>
          </a:bodyPr>
          <a:lstStyle/>
          <a:p>
            <a:pPr marL="127000" marR="0" lvl="0" indent="-127000" algn="l" defTabSz="914400" rtl="0" eaLnBrk="1" fontAlgn="auto" latinLnBrk="0" hangingPunct="1">
              <a:lnSpc>
                <a:spcPct val="112000"/>
              </a:lnSpc>
              <a:spcBef>
                <a:spcPts val="0"/>
              </a:spcBef>
              <a:spcAft>
                <a:spcPts val="0"/>
              </a:spcAft>
              <a:buClrTx/>
              <a:buSzPct val="100000"/>
              <a:buFontTx/>
              <a:buChar char="•"/>
              <a:tabLst/>
              <a:defRPr/>
            </a:pPr>
            <a:r>
              <a:rPr kumimoji="0" lang="en-US" sz="750" b="0" i="0" u="none" strike="noStrike" kern="1200" cap="none" spc="0" normalizeH="0" baseline="0" noProof="0" dirty="0">
                <a:ln>
                  <a:noFill/>
                </a:ln>
                <a:solidFill>
                  <a:srgbClr val="2D5A3F"/>
                </a:solidFill>
                <a:effectLst/>
                <a:uLnTx/>
                <a:uFillTx/>
                <a:latin typeface="Open Sans" pitchFamily="34" charset="0"/>
                <a:ea typeface="Open Sans" pitchFamily="34" charset="-122"/>
                <a:cs typeface="Open Sans" pitchFamily="34" charset="-120"/>
              </a:rPr>
              <a:t>Threshold Tuning</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3"/>
          <p:cNvSpPr/>
          <p:nvPr/>
        </p:nvSpPr>
        <p:spPr>
          <a:xfrm>
            <a:off x="2450306" y="2492583"/>
            <a:ext cx="2293144" cy="140001"/>
          </a:xfrm>
          <a:prstGeom prst="rect">
            <a:avLst/>
          </a:prstGeom>
          <a:noFill/>
          <a:ln/>
        </p:spPr>
        <p:txBody>
          <a:bodyPr wrap="none" lIns="0" tIns="0" rIns="0" bIns="0" rtlCol="0" anchor="t">
            <a:spAutoFit/>
          </a:bodyPr>
          <a:lstStyle/>
          <a:p>
            <a:pPr marL="127000" marR="0" lvl="0" indent="-127000" algn="l" defTabSz="914400" rtl="0" eaLnBrk="1" fontAlgn="auto" latinLnBrk="0" hangingPunct="1">
              <a:lnSpc>
                <a:spcPct val="112000"/>
              </a:lnSpc>
              <a:spcBef>
                <a:spcPts val="0"/>
              </a:spcBef>
              <a:spcAft>
                <a:spcPts val="0"/>
              </a:spcAft>
              <a:buClrTx/>
              <a:buSzPct val="100000"/>
              <a:buFontTx/>
              <a:buChar char="•"/>
              <a:tabLst/>
              <a:defRPr/>
            </a:pPr>
            <a:r>
              <a:rPr kumimoji="0" lang="en-US" sz="750" b="0" i="0" u="none" strike="noStrike" kern="1200" cap="none" spc="0" normalizeH="0" baseline="0" noProof="0" dirty="0">
                <a:ln>
                  <a:noFill/>
                </a:ln>
                <a:solidFill>
                  <a:srgbClr val="2D5A3F"/>
                </a:solidFill>
                <a:effectLst/>
                <a:uLnTx/>
                <a:uFillTx/>
                <a:latin typeface="Open Sans" pitchFamily="34" charset="0"/>
                <a:ea typeface="Open Sans" pitchFamily="34" charset="-122"/>
                <a:cs typeface="Open Sans" pitchFamily="34" charset="-120"/>
              </a:rPr>
              <a:t>Regularization Tuning (C)</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4"/>
          <p:cNvSpPr/>
          <p:nvPr/>
        </p:nvSpPr>
        <p:spPr>
          <a:xfrm>
            <a:off x="4850606" y="2123284"/>
            <a:ext cx="930473" cy="598596"/>
          </a:xfrm>
          <a:prstGeom prst="rect">
            <a:avLst/>
          </a:prstGeom>
          <a:noFill/>
          <a:ln/>
        </p:spPr>
        <p:txBody>
          <a:bodyPr wrap="none" lIns="127508" tIns="102108" rIns="127508" bIns="102108"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2D5A3F"/>
                </a:solidFill>
                <a:effectLst/>
                <a:uLnTx/>
                <a:uFillTx/>
                <a:latin typeface="Open Sans SemiBold" pitchFamily="34" charset="0"/>
                <a:ea typeface="Open Sans SemiBold" pitchFamily="34" charset="-122"/>
                <a:cs typeface="Open Sans SemiBold" pitchFamily="34" charset="-120"/>
              </a:rPr>
              <a:t>65.8%</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5"/>
          <p:cNvSpPr/>
          <p:nvPr/>
        </p:nvSpPr>
        <p:spPr>
          <a:xfrm>
            <a:off x="5781080" y="2123284"/>
            <a:ext cx="934045" cy="598596"/>
          </a:xfrm>
          <a:prstGeom prst="rect">
            <a:avLst/>
          </a:prstGeom>
          <a:noFill/>
          <a:ln/>
        </p:spPr>
        <p:txBody>
          <a:bodyPr wrap="none" lIns="127508" tIns="102108" rIns="127508" bIns="102108"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2D5A3F"/>
                </a:solidFill>
                <a:effectLst/>
                <a:uLnTx/>
                <a:uFillTx/>
                <a:latin typeface="Open Sans SemiBold" pitchFamily="34" charset="0"/>
                <a:ea typeface="Open Sans SemiBold" pitchFamily="34" charset="-122"/>
                <a:cs typeface="Open Sans SemiBold" pitchFamily="34" charset="-120"/>
              </a:rPr>
              <a:t>17%</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6"/>
          <p:cNvSpPr/>
          <p:nvPr/>
        </p:nvSpPr>
        <p:spPr>
          <a:xfrm>
            <a:off x="6715125" y="2123284"/>
            <a:ext cx="928688" cy="598596"/>
          </a:xfrm>
          <a:prstGeom prst="rect">
            <a:avLst/>
          </a:prstGeom>
          <a:noFill/>
          <a:ln/>
        </p:spPr>
        <p:txBody>
          <a:bodyPr wrap="none" lIns="127508" tIns="102108" rIns="127508" bIns="102108"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2D5A3F"/>
                </a:solidFill>
                <a:effectLst/>
                <a:uLnTx/>
                <a:uFillTx/>
                <a:latin typeface="Open Sans SemiBold" pitchFamily="34" charset="0"/>
                <a:ea typeface="Open Sans SemiBold" pitchFamily="34" charset="-122"/>
                <a:cs typeface="Open Sans SemiBold" pitchFamily="34" charset="-120"/>
              </a:rPr>
              <a:t>54%</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7"/>
          <p:cNvSpPr/>
          <p:nvPr/>
        </p:nvSpPr>
        <p:spPr>
          <a:xfrm>
            <a:off x="7643813" y="2123284"/>
            <a:ext cx="928688" cy="598596"/>
          </a:xfrm>
          <a:prstGeom prst="rect">
            <a:avLst/>
          </a:prstGeom>
          <a:noFill/>
          <a:ln/>
        </p:spPr>
        <p:txBody>
          <a:bodyPr wrap="none" lIns="127508" tIns="102108" rIns="127508" bIns="102108"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2D5A3F"/>
                </a:solidFill>
                <a:effectLst/>
                <a:uLnTx/>
                <a:uFillTx/>
                <a:latin typeface="Open Sans SemiBold" pitchFamily="34" charset="0"/>
                <a:ea typeface="Open Sans SemiBold" pitchFamily="34" charset="-122"/>
                <a:cs typeface="Open Sans SemiBold" pitchFamily="34" charset="-120"/>
              </a:rPr>
              <a:t>26%</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28"/>
          <p:cNvSpPr/>
          <p:nvPr/>
        </p:nvSpPr>
        <p:spPr>
          <a:xfrm>
            <a:off x="592931" y="2721880"/>
            <a:ext cx="1643063" cy="318595"/>
          </a:xfrm>
          <a:prstGeom prst="rect">
            <a:avLst/>
          </a:prstGeom>
          <a:noFill/>
          <a:ln/>
        </p:spPr>
        <p:txBody>
          <a:bodyPr wrap="square" lIns="127508" tIns="102108" rIns="127508" bIns="102108"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1A432B"/>
                </a:solidFill>
                <a:effectLst/>
                <a:uLnTx/>
                <a:uFillTx/>
                <a:latin typeface="Open Sans SemiBold" pitchFamily="34" charset="0"/>
                <a:ea typeface="Open Sans SemiBold" pitchFamily="34" charset="-122"/>
                <a:cs typeface="Open Sans SemiBold" pitchFamily="34" charset="-120"/>
              </a:rPr>
              <a:t>Decision Tree</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29"/>
          <p:cNvSpPr/>
          <p:nvPr/>
        </p:nvSpPr>
        <p:spPr>
          <a:xfrm>
            <a:off x="2235994" y="2721880"/>
            <a:ext cx="2614613" cy="318595"/>
          </a:xfrm>
          <a:prstGeom prst="rect">
            <a:avLst/>
          </a:prstGeom>
          <a:noFill/>
          <a:ln/>
        </p:spPr>
        <p:txBody>
          <a:bodyPr wrap="square" lIns="127508" tIns="102108" rIns="127508" bIns="102108" rtlCol="0" anchor="ctr">
            <a:spAutoFit/>
          </a:bodyPr>
          <a:lstStyle/>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2D5A3F"/>
                </a:solidFill>
                <a:effectLst/>
                <a:uLnTx/>
                <a:uFillTx/>
                <a:latin typeface="Open Sans" pitchFamily="34" charset="0"/>
                <a:ea typeface="Open Sans" pitchFamily="34" charset="-122"/>
                <a:cs typeface="Open Sans" pitchFamily="34" charset="-120"/>
              </a:rPr>
              <a:t>Default Model (No Optimization)</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0"/>
          <p:cNvSpPr/>
          <p:nvPr/>
        </p:nvSpPr>
        <p:spPr>
          <a:xfrm>
            <a:off x="4850606" y="2721880"/>
            <a:ext cx="930473" cy="318595"/>
          </a:xfrm>
          <a:prstGeom prst="rect">
            <a:avLst/>
          </a:prstGeom>
          <a:noFill/>
          <a:ln/>
        </p:spPr>
        <p:txBody>
          <a:bodyPr wrap="none" lIns="127508" tIns="102108" rIns="127508" bIns="102108"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2D5A3F"/>
                </a:solidFill>
                <a:effectLst/>
                <a:uLnTx/>
                <a:uFillTx/>
                <a:latin typeface="Open Sans SemiBold" pitchFamily="34" charset="0"/>
                <a:ea typeface="Open Sans SemiBold" pitchFamily="34" charset="-122"/>
                <a:cs typeface="Open Sans SemiBold" pitchFamily="34" charset="-120"/>
              </a:rPr>
              <a:t>80.6%</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1"/>
          <p:cNvSpPr/>
          <p:nvPr/>
        </p:nvSpPr>
        <p:spPr>
          <a:xfrm>
            <a:off x="5781080" y="2721880"/>
            <a:ext cx="934045" cy="318595"/>
          </a:xfrm>
          <a:prstGeom prst="rect">
            <a:avLst/>
          </a:prstGeom>
          <a:noFill/>
          <a:ln/>
        </p:spPr>
        <p:txBody>
          <a:bodyPr wrap="none" lIns="127508" tIns="102108" rIns="127508" bIns="102108"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2D5A3F"/>
                </a:solidFill>
                <a:effectLst/>
                <a:uLnTx/>
                <a:uFillTx/>
                <a:latin typeface="Open Sans SemiBold" pitchFamily="34" charset="0"/>
                <a:ea typeface="Open Sans SemiBold" pitchFamily="34" charset="-122"/>
                <a:cs typeface="Open Sans SemiBold" pitchFamily="34" charset="-120"/>
              </a:rPr>
              <a:t>17%</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2"/>
          <p:cNvSpPr/>
          <p:nvPr/>
        </p:nvSpPr>
        <p:spPr>
          <a:xfrm>
            <a:off x="6715125" y="2721880"/>
            <a:ext cx="928688" cy="318595"/>
          </a:xfrm>
          <a:prstGeom prst="rect">
            <a:avLst/>
          </a:prstGeom>
          <a:noFill/>
          <a:ln/>
        </p:spPr>
        <p:txBody>
          <a:bodyPr wrap="none" lIns="127508" tIns="102108" rIns="127508" bIns="102108"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2D5A3F"/>
                </a:solidFill>
                <a:effectLst/>
                <a:uLnTx/>
                <a:uFillTx/>
                <a:latin typeface="Open Sans SemiBold" pitchFamily="34" charset="0"/>
                <a:ea typeface="Open Sans SemiBold" pitchFamily="34" charset="-122"/>
                <a:cs typeface="Open Sans SemiBold" pitchFamily="34" charset="-120"/>
              </a:rPr>
              <a:t>18%</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3"/>
          <p:cNvSpPr/>
          <p:nvPr/>
        </p:nvSpPr>
        <p:spPr>
          <a:xfrm>
            <a:off x="7643813" y="2721880"/>
            <a:ext cx="928688" cy="318595"/>
          </a:xfrm>
          <a:prstGeom prst="rect">
            <a:avLst/>
          </a:prstGeom>
          <a:noFill/>
          <a:ln/>
        </p:spPr>
        <p:txBody>
          <a:bodyPr wrap="none" lIns="127508" tIns="102108" rIns="127508" bIns="102108"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2D5A3F"/>
                </a:solidFill>
                <a:effectLst/>
                <a:uLnTx/>
                <a:uFillTx/>
                <a:latin typeface="Open Sans SemiBold" pitchFamily="34" charset="0"/>
                <a:ea typeface="Open Sans SemiBold" pitchFamily="34" charset="-122"/>
                <a:cs typeface="Open Sans SemiBold" pitchFamily="34" charset="-120"/>
              </a:rPr>
              <a:t>17%</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4"/>
          <p:cNvSpPr/>
          <p:nvPr/>
        </p:nvSpPr>
        <p:spPr>
          <a:xfrm>
            <a:off x="592931" y="3040475"/>
            <a:ext cx="1643063" cy="318595"/>
          </a:xfrm>
          <a:prstGeom prst="rect">
            <a:avLst/>
          </a:prstGeom>
          <a:noFill/>
          <a:ln/>
        </p:spPr>
        <p:txBody>
          <a:bodyPr wrap="square" lIns="127508" tIns="102108" rIns="127508" bIns="102108"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1A432B"/>
                </a:solidFill>
                <a:effectLst/>
                <a:uLnTx/>
                <a:uFillTx/>
                <a:latin typeface="Open Sans SemiBold" pitchFamily="34" charset="0"/>
                <a:ea typeface="Open Sans SemiBold" pitchFamily="34" charset="-122"/>
                <a:cs typeface="Open Sans SemiBold" pitchFamily="34" charset="-120"/>
              </a:rPr>
              <a:t>Random Forest</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5"/>
          <p:cNvSpPr/>
          <p:nvPr/>
        </p:nvSpPr>
        <p:spPr>
          <a:xfrm>
            <a:off x="2235994" y="3040475"/>
            <a:ext cx="2614613" cy="318595"/>
          </a:xfrm>
          <a:prstGeom prst="rect">
            <a:avLst/>
          </a:prstGeom>
          <a:noFill/>
          <a:ln/>
        </p:spPr>
        <p:txBody>
          <a:bodyPr wrap="square" lIns="127508" tIns="102108" rIns="127508" bIns="102108" rtlCol="0" anchor="ctr">
            <a:spAutoFit/>
          </a:bodyPr>
          <a:lstStyle/>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2D5A3F"/>
                </a:solidFill>
                <a:effectLst/>
                <a:uLnTx/>
                <a:uFillTx/>
                <a:latin typeface="Open Sans" pitchFamily="34" charset="0"/>
                <a:ea typeface="Open Sans" pitchFamily="34" charset="-122"/>
                <a:cs typeface="Open Sans" pitchFamily="34" charset="-120"/>
              </a:rPr>
              <a:t>Default Model</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6"/>
          <p:cNvSpPr/>
          <p:nvPr/>
        </p:nvSpPr>
        <p:spPr>
          <a:xfrm>
            <a:off x="4850606" y="3040475"/>
            <a:ext cx="930473" cy="318595"/>
          </a:xfrm>
          <a:prstGeom prst="rect">
            <a:avLst/>
          </a:prstGeom>
          <a:noFill/>
          <a:ln/>
        </p:spPr>
        <p:txBody>
          <a:bodyPr wrap="none" lIns="127508" tIns="102108" rIns="127508" bIns="102108"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2D5A3F"/>
                </a:solidFill>
                <a:effectLst/>
                <a:uLnTx/>
                <a:uFillTx/>
                <a:latin typeface="Open Sans SemiBold" pitchFamily="34" charset="0"/>
                <a:ea typeface="Open Sans SemiBold" pitchFamily="34" charset="-122"/>
                <a:cs typeface="Open Sans SemiBold" pitchFamily="34" charset="-120"/>
              </a:rPr>
              <a:t>88.9%</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Text 37"/>
          <p:cNvSpPr/>
          <p:nvPr/>
        </p:nvSpPr>
        <p:spPr>
          <a:xfrm>
            <a:off x="5781080" y="3040475"/>
            <a:ext cx="934045" cy="318595"/>
          </a:xfrm>
          <a:prstGeom prst="rect">
            <a:avLst/>
          </a:prstGeom>
          <a:noFill/>
          <a:ln/>
        </p:spPr>
        <p:txBody>
          <a:bodyPr wrap="none" lIns="127508" tIns="102108" rIns="127508" bIns="102108"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2D5A3F"/>
                </a:solidFill>
                <a:effectLst/>
                <a:uLnTx/>
                <a:uFillTx/>
                <a:latin typeface="Open Sans SemiBold" pitchFamily="34" charset="0"/>
                <a:ea typeface="Open Sans SemiBold" pitchFamily="34" charset="-122"/>
                <a:cs typeface="Open Sans SemiBold" pitchFamily="34" charset="-120"/>
              </a:rPr>
              <a:t>54%</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Text 38"/>
          <p:cNvSpPr/>
          <p:nvPr/>
        </p:nvSpPr>
        <p:spPr>
          <a:xfrm>
            <a:off x="6715125" y="3040475"/>
            <a:ext cx="928688" cy="318595"/>
          </a:xfrm>
          <a:prstGeom prst="rect">
            <a:avLst/>
          </a:prstGeom>
          <a:noFill/>
          <a:ln/>
        </p:spPr>
        <p:txBody>
          <a:bodyPr wrap="none" lIns="127508" tIns="102108" rIns="127508" bIns="102108"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2D5A3F"/>
                </a:solidFill>
                <a:effectLst/>
                <a:uLnTx/>
                <a:uFillTx/>
                <a:latin typeface="Open Sans SemiBold" pitchFamily="34" charset="0"/>
                <a:ea typeface="Open Sans SemiBold" pitchFamily="34" charset="-122"/>
                <a:cs typeface="Open Sans SemiBold" pitchFamily="34" charset="-120"/>
              </a:rPr>
              <a:t>1%</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Text 39"/>
          <p:cNvSpPr/>
          <p:nvPr/>
        </p:nvSpPr>
        <p:spPr>
          <a:xfrm>
            <a:off x="7643813" y="3040475"/>
            <a:ext cx="928688" cy="318595"/>
          </a:xfrm>
          <a:prstGeom prst="rect">
            <a:avLst/>
          </a:prstGeom>
          <a:noFill/>
          <a:ln/>
        </p:spPr>
        <p:txBody>
          <a:bodyPr wrap="none" lIns="127508" tIns="102108" rIns="127508" bIns="102108"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2D5A3F"/>
                </a:solidFill>
                <a:effectLst/>
                <a:uLnTx/>
                <a:uFillTx/>
                <a:latin typeface="Open Sans SemiBold" pitchFamily="34" charset="0"/>
                <a:ea typeface="Open Sans SemiBold" pitchFamily="34" charset="-122"/>
                <a:cs typeface="Open Sans SemiBold" pitchFamily="34" charset="-120"/>
              </a:rPr>
              <a:t>1%</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Shape 40"/>
          <p:cNvSpPr/>
          <p:nvPr/>
        </p:nvSpPr>
        <p:spPr>
          <a:xfrm>
            <a:off x="592931" y="3359069"/>
            <a:ext cx="7979569" cy="598596"/>
          </a:xfrm>
          <a:prstGeom prst="rect">
            <a:avLst/>
          </a:prstGeom>
          <a:solidFill>
            <a:srgbClr val="FF6B6B">
              <a:alpha val="10000"/>
            </a:srgbClr>
          </a:solidFill>
          <a:ln/>
        </p:spPr>
        <p:txBody>
          <a:bodyPr/>
          <a:lstStyle/>
          <a:p>
            <a:endParaRPr lang="en-IN"/>
          </a:p>
        </p:txBody>
      </p:sp>
      <p:sp>
        <p:nvSpPr>
          <p:cNvPr id="45" name="Shape 41"/>
          <p:cNvSpPr/>
          <p:nvPr/>
        </p:nvSpPr>
        <p:spPr>
          <a:xfrm>
            <a:off x="592931" y="3359069"/>
            <a:ext cx="42863" cy="598596"/>
          </a:xfrm>
          <a:prstGeom prst="rect">
            <a:avLst/>
          </a:prstGeom>
          <a:solidFill>
            <a:srgbClr val="FF6B6B"/>
          </a:solidFill>
          <a:ln/>
        </p:spPr>
        <p:txBody>
          <a:bodyPr/>
          <a:lstStyle/>
          <a:p>
            <a:endParaRPr lang="en-IN"/>
          </a:p>
        </p:txBody>
      </p:sp>
      <p:sp>
        <p:nvSpPr>
          <p:cNvPr id="46" name="Text 42"/>
          <p:cNvSpPr/>
          <p:nvPr/>
        </p:nvSpPr>
        <p:spPr>
          <a:xfrm>
            <a:off x="678656" y="3590488"/>
            <a:ext cx="759023" cy="135731"/>
          </a:xfrm>
          <a:prstGeom prst="rect">
            <a:avLst/>
          </a:prstGeom>
          <a:noFill/>
          <a:ln/>
        </p:spPr>
        <p:txBody>
          <a:bodyPr wrap="non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1A432B"/>
                </a:solidFill>
                <a:effectLst/>
                <a:uLnTx/>
                <a:uFillTx/>
                <a:latin typeface="Open Sans SemiBold" pitchFamily="34" charset="0"/>
                <a:ea typeface="Open Sans SemiBold" pitchFamily="34" charset="-122"/>
                <a:cs typeface="Open Sans SemiBold" pitchFamily="34" charset="-120"/>
              </a:rPr>
              <a:t>Random Forest</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Shape 43"/>
          <p:cNvSpPr/>
          <p:nvPr/>
        </p:nvSpPr>
        <p:spPr>
          <a:xfrm>
            <a:off x="1494830" y="3607482"/>
            <a:ext cx="496491" cy="126802"/>
          </a:xfrm>
          <a:prstGeom prst="rect">
            <a:avLst/>
          </a:prstGeom>
          <a:solidFill>
            <a:srgbClr val="FF6B6B"/>
          </a:solidFill>
          <a:ln/>
        </p:spPr>
        <p:txBody>
          <a:bodyPr/>
          <a:lstStyle/>
          <a:p>
            <a:endParaRPr lang="en-IN"/>
          </a:p>
        </p:txBody>
      </p:sp>
      <p:sp>
        <p:nvSpPr>
          <p:cNvPr id="48" name="Text 44"/>
          <p:cNvSpPr/>
          <p:nvPr/>
        </p:nvSpPr>
        <p:spPr>
          <a:xfrm>
            <a:off x="1494830" y="3607482"/>
            <a:ext cx="496491" cy="126802"/>
          </a:xfrm>
          <a:prstGeom prst="rect">
            <a:avLst/>
          </a:prstGeom>
          <a:noFill/>
          <a:ln/>
        </p:spPr>
        <p:txBody>
          <a:bodyPr wrap="none" lIns="68072" tIns="17018" rIns="68072" bIns="17018"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00" b="0" i="0" u="none" strike="noStrike" kern="1200" cap="none" spc="0" normalizeH="0" baseline="0" noProof="0" dirty="0">
                <a:ln>
                  <a:noFill/>
                </a:ln>
                <a:solidFill>
                  <a:srgbClr val="FFFFFF"/>
                </a:solidFill>
                <a:effectLst/>
                <a:uLnTx/>
                <a:uFillTx/>
                <a:latin typeface="Open Sans SemiBold" pitchFamily="34" charset="0"/>
                <a:ea typeface="Open Sans SemiBold" pitchFamily="34" charset="-122"/>
                <a:cs typeface="Open Sans SemiBold" pitchFamily="34" charset="-120"/>
              </a:rPr>
              <a:t>OPTIMIZED</a:t>
            </a:r>
            <a:endParaRPr kumimoji="0" lang="en-US" sz="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Text 45"/>
          <p:cNvSpPr/>
          <p:nvPr/>
        </p:nvSpPr>
        <p:spPr>
          <a:xfrm>
            <a:off x="2428875" y="3448366"/>
            <a:ext cx="2314575" cy="140001"/>
          </a:xfrm>
          <a:prstGeom prst="rect">
            <a:avLst/>
          </a:prstGeom>
          <a:noFill/>
          <a:ln/>
        </p:spPr>
        <p:txBody>
          <a:bodyPr wrap="none" lIns="0" tIns="0" rIns="0" bIns="0" rtlCol="0" anchor="t">
            <a:spAutoFit/>
          </a:bodyPr>
          <a:lstStyle/>
          <a:p>
            <a:pPr marL="127000" marR="0" lvl="0" indent="-127000" algn="l" defTabSz="914400" rtl="0" eaLnBrk="1" fontAlgn="auto" latinLnBrk="0" hangingPunct="1">
              <a:lnSpc>
                <a:spcPct val="112000"/>
              </a:lnSpc>
              <a:spcBef>
                <a:spcPts val="0"/>
              </a:spcBef>
              <a:spcAft>
                <a:spcPts val="0"/>
              </a:spcAft>
              <a:buClrTx/>
              <a:buSzPct val="100000"/>
              <a:buFontTx/>
              <a:buChar char="•"/>
              <a:tabLst/>
              <a:defRPr/>
            </a:pPr>
            <a:r>
              <a:rPr kumimoji="0" lang="en-US" sz="750" b="0" i="0" u="none" strike="noStrike" kern="1200" cap="none" spc="0" normalizeH="0" baseline="0" noProof="0" dirty="0">
                <a:ln>
                  <a:noFill/>
                </a:ln>
                <a:solidFill>
                  <a:srgbClr val="2D5A3F"/>
                </a:solidFill>
                <a:effectLst/>
                <a:uLnTx/>
                <a:uFillTx/>
                <a:latin typeface="Open Sans" pitchFamily="34" charset="0"/>
                <a:ea typeface="Open Sans" pitchFamily="34" charset="-122"/>
                <a:cs typeface="Open Sans" pitchFamily="34" charset="-120"/>
              </a:rPr>
              <a:t>Hyperparameter Tuning</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 name="Text 46"/>
          <p:cNvSpPr/>
          <p:nvPr/>
        </p:nvSpPr>
        <p:spPr>
          <a:xfrm>
            <a:off x="2428875" y="3588367"/>
            <a:ext cx="2314575" cy="140001"/>
          </a:xfrm>
          <a:prstGeom prst="rect">
            <a:avLst/>
          </a:prstGeom>
          <a:noFill/>
          <a:ln/>
        </p:spPr>
        <p:txBody>
          <a:bodyPr wrap="none" lIns="0" tIns="0" rIns="0" bIns="0" rtlCol="0" anchor="t">
            <a:spAutoFit/>
          </a:bodyPr>
          <a:lstStyle/>
          <a:p>
            <a:pPr marL="127000" marR="0" lvl="0" indent="-127000" algn="l" defTabSz="914400" rtl="0" eaLnBrk="1" fontAlgn="auto" latinLnBrk="0" hangingPunct="1">
              <a:lnSpc>
                <a:spcPct val="112000"/>
              </a:lnSpc>
              <a:spcBef>
                <a:spcPts val="0"/>
              </a:spcBef>
              <a:spcAft>
                <a:spcPts val="0"/>
              </a:spcAft>
              <a:buClrTx/>
              <a:buSzPct val="100000"/>
              <a:buFontTx/>
              <a:buChar char="•"/>
              <a:tabLst/>
              <a:defRPr/>
            </a:pPr>
            <a:r>
              <a:rPr kumimoji="0" lang="en-US" sz="750" b="0" i="0" u="none" strike="noStrike" kern="1200" cap="none" spc="0" normalizeH="0" baseline="0" noProof="0" dirty="0">
                <a:ln>
                  <a:noFill/>
                </a:ln>
                <a:solidFill>
                  <a:srgbClr val="2D5A3F"/>
                </a:solidFill>
                <a:effectLst/>
                <a:uLnTx/>
                <a:uFillTx/>
                <a:latin typeface="Open Sans" pitchFamily="34" charset="0"/>
                <a:ea typeface="Open Sans" pitchFamily="34" charset="-122"/>
                <a:cs typeface="Open Sans" pitchFamily="34" charset="-120"/>
              </a:rPr>
              <a:t>Feature Importance Selection</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Text 47"/>
          <p:cNvSpPr/>
          <p:nvPr/>
        </p:nvSpPr>
        <p:spPr>
          <a:xfrm>
            <a:off x="2428875" y="3728368"/>
            <a:ext cx="1854675" cy="122213"/>
          </a:xfrm>
          <a:prstGeom prst="rect">
            <a:avLst/>
          </a:prstGeom>
          <a:noFill/>
          <a:ln/>
        </p:spPr>
        <p:txBody>
          <a:bodyPr wrap="none" lIns="0" tIns="0" rIns="0" bIns="0" rtlCol="0" anchor="t">
            <a:spAutoFit/>
          </a:bodyPr>
          <a:lstStyle/>
          <a:p>
            <a:pPr marL="127000" marR="0" lvl="0" indent="-127000" algn="l" defTabSz="914400" rtl="0" eaLnBrk="1" fontAlgn="auto" latinLnBrk="0" hangingPunct="1">
              <a:lnSpc>
                <a:spcPct val="112000"/>
              </a:lnSpc>
              <a:spcBef>
                <a:spcPts val="0"/>
              </a:spcBef>
              <a:spcAft>
                <a:spcPts val="0"/>
              </a:spcAft>
              <a:buClrTx/>
              <a:buSzPct val="100000"/>
              <a:buFontTx/>
              <a:buChar char="•"/>
              <a:tabLst/>
              <a:defRPr/>
            </a:pPr>
            <a:r>
              <a:rPr kumimoji="0" lang="en-US" sz="750" b="0" i="0" u="none" strike="noStrike" kern="1200" cap="none" spc="0" normalizeH="0" baseline="0" noProof="0" dirty="0">
                <a:ln>
                  <a:noFill/>
                </a:ln>
                <a:solidFill>
                  <a:srgbClr val="2D5A3F"/>
                </a:solidFill>
                <a:effectLst/>
                <a:uLnTx/>
                <a:uFillTx/>
                <a:latin typeface="Open Sans" pitchFamily="34" charset="0"/>
                <a:ea typeface="Open Sans" pitchFamily="34" charset="-122"/>
                <a:cs typeface="Open Sans" pitchFamily="34" charset="-120"/>
              </a:rPr>
              <a:t>Age Encoding &amp; Mapping Optimization</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 name="Text 48"/>
          <p:cNvSpPr/>
          <p:nvPr/>
        </p:nvSpPr>
        <p:spPr>
          <a:xfrm>
            <a:off x="4850606" y="3359069"/>
            <a:ext cx="930473" cy="598596"/>
          </a:xfrm>
          <a:prstGeom prst="rect">
            <a:avLst/>
          </a:prstGeom>
          <a:noFill/>
          <a:ln/>
        </p:spPr>
        <p:txBody>
          <a:bodyPr wrap="none" lIns="127508" tIns="102108" rIns="127508" bIns="102108"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2D5A3F"/>
                </a:solidFill>
                <a:effectLst/>
                <a:uLnTx/>
                <a:uFillTx/>
                <a:latin typeface="Open Sans SemiBold" pitchFamily="34" charset="0"/>
                <a:ea typeface="Open Sans SemiBold" pitchFamily="34" charset="-122"/>
                <a:cs typeface="Open Sans SemiBold" pitchFamily="34" charset="-120"/>
              </a:rPr>
              <a:t>65.1%</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Text 49"/>
          <p:cNvSpPr/>
          <p:nvPr/>
        </p:nvSpPr>
        <p:spPr>
          <a:xfrm>
            <a:off x="5781080" y="3359069"/>
            <a:ext cx="934045" cy="598596"/>
          </a:xfrm>
          <a:prstGeom prst="rect">
            <a:avLst/>
          </a:prstGeom>
          <a:noFill/>
          <a:ln/>
        </p:spPr>
        <p:txBody>
          <a:bodyPr wrap="none" lIns="127508" tIns="102108" rIns="127508" bIns="102108"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2D5A3F"/>
                </a:solidFill>
                <a:effectLst/>
                <a:uLnTx/>
                <a:uFillTx/>
                <a:latin typeface="Open Sans SemiBold" pitchFamily="34" charset="0"/>
                <a:ea typeface="Open Sans SemiBold" pitchFamily="34" charset="-122"/>
                <a:cs typeface="Open Sans SemiBold" pitchFamily="34" charset="-120"/>
              </a:rPr>
              <a:t>18%</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 name="Text 50"/>
          <p:cNvSpPr/>
          <p:nvPr/>
        </p:nvSpPr>
        <p:spPr>
          <a:xfrm>
            <a:off x="6715125" y="3359069"/>
            <a:ext cx="928688" cy="598596"/>
          </a:xfrm>
          <a:prstGeom prst="rect">
            <a:avLst/>
          </a:prstGeom>
          <a:noFill/>
          <a:ln/>
        </p:spPr>
        <p:txBody>
          <a:bodyPr wrap="none" lIns="127508" tIns="102108" rIns="127508" bIns="102108"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6B6B"/>
                </a:solidFill>
                <a:effectLst/>
                <a:uLnTx/>
                <a:uFillTx/>
                <a:latin typeface="Open Sans SemiBold" pitchFamily="34" charset="0"/>
                <a:ea typeface="Open Sans SemiBold" pitchFamily="34" charset="-122"/>
                <a:cs typeface="Open Sans SemiBold" pitchFamily="34" charset="-120"/>
              </a:rPr>
              <a:t>60%</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 name="Text 51"/>
          <p:cNvSpPr/>
          <p:nvPr/>
        </p:nvSpPr>
        <p:spPr>
          <a:xfrm>
            <a:off x="7643813" y="3359069"/>
            <a:ext cx="928688" cy="598596"/>
          </a:xfrm>
          <a:prstGeom prst="rect">
            <a:avLst/>
          </a:prstGeom>
          <a:noFill/>
          <a:ln/>
        </p:spPr>
        <p:txBody>
          <a:bodyPr wrap="none" lIns="127508" tIns="102108" rIns="127508" bIns="102108"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FF6B6B"/>
                </a:solidFill>
                <a:effectLst/>
                <a:uLnTx/>
                <a:uFillTx/>
                <a:latin typeface="Open Sans SemiBold" pitchFamily="34" charset="0"/>
                <a:ea typeface="Open Sans SemiBold" pitchFamily="34" charset="-122"/>
                <a:cs typeface="Open Sans SemiBold" pitchFamily="34" charset="-120"/>
              </a:rPr>
              <a:t>28%</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6" name="Image 1" descr="preencoded.png"/>
          <p:cNvPicPr>
            <a:picLocks noChangeAspect="1"/>
          </p:cNvPicPr>
          <p:nvPr/>
        </p:nvPicPr>
        <p:blipFill>
          <a:blip r:embed="rId4"/>
          <a:stretch>
            <a:fillRect/>
          </a:stretch>
        </p:blipFill>
        <p:spPr>
          <a:xfrm>
            <a:off x="571500" y="4409508"/>
            <a:ext cx="128588" cy="171450"/>
          </a:xfrm>
          <a:prstGeom prst="rect">
            <a:avLst/>
          </a:prstGeom>
        </p:spPr>
      </p:pic>
      <p:sp>
        <p:nvSpPr>
          <p:cNvPr id="57" name="Text 52"/>
          <p:cNvSpPr/>
          <p:nvPr/>
        </p:nvSpPr>
        <p:spPr>
          <a:xfrm>
            <a:off x="842963" y="4339856"/>
            <a:ext cx="7729538" cy="342900"/>
          </a:xfrm>
          <a:prstGeom prst="rect">
            <a:avLst/>
          </a:prstGeom>
          <a:noFill/>
          <a:ln/>
        </p:spPr>
        <p:txBody>
          <a:bodyPr wrap="square" lIns="0" tIns="0" rIns="0" bIns="0" rtlCol="0" anchor="t">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1A432B"/>
                </a:solidFill>
                <a:effectLst/>
                <a:uLnTx/>
                <a:uFillTx/>
                <a:latin typeface="Open Sans" pitchFamily="34" charset="0"/>
                <a:ea typeface="Open Sans" pitchFamily="34" charset="-122"/>
                <a:cs typeface="Open Sans" pitchFamily="34" charset="-120"/>
              </a:rPr>
              <a:t>"Although optimized Random Forest achieved lower accuracy, it significantly improved </a:t>
            </a:r>
            <a:r>
              <a:rPr kumimoji="0" lang="en-US" sz="800" b="1" i="1" u="none" strike="noStrike" kern="1200" cap="none" spc="0" normalizeH="0" baseline="0" noProof="0" dirty="0">
                <a:ln>
                  <a:noFill/>
                </a:ln>
                <a:solidFill>
                  <a:srgbClr val="FF6B6B"/>
                </a:solidFill>
                <a:effectLst/>
                <a:uLnTx/>
                <a:uFillTx/>
                <a:latin typeface="Open Sans Bold" pitchFamily="34" charset="0"/>
                <a:ea typeface="Open Sans Bold" pitchFamily="34" charset="-122"/>
                <a:cs typeface="Open Sans Bold" pitchFamily="34" charset="-120"/>
              </a:rPr>
              <a:t>Recall (60%)</a:t>
            </a:r>
            <a:r>
              <a:rPr kumimoji="0" lang="en-US" sz="850" b="0" i="1" u="none" strike="noStrike" kern="1200" cap="none" spc="0" normalizeH="0" baseline="0" noProof="0" dirty="0">
                <a:ln>
                  <a:noFill/>
                </a:ln>
                <a:solidFill>
                  <a:srgbClr val="1A432B"/>
                </a:solidFill>
                <a:effectLst/>
                <a:uLnTx/>
                <a:uFillTx/>
                <a:latin typeface="Open Sans" pitchFamily="34" charset="0"/>
                <a:ea typeface="Open Sans" pitchFamily="34" charset="-122"/>
                <a:cs typeface="Open Sans" pitchFamily="34" charset="-120"/>
              </a:rPr>
              <a:t> and </a:t>
            </a:r>
            <a:r>
              <a:rPr kumimoji="0" lang="en-US" sz="800" b="1" i="1" u="none" strike="noStrike" kern="1200" cap="none" spc="0" normalizeH="0" baseline="0" noProof="0" dirty="0">
                <a:ln>
                  <a:noFill/>
                </a:ln>
                <a:solidFill>
                  <a:srgbClr val="FF6B6B"/>
                </a:solidFill>
                <a:effectLst/>
                <a:uLnTx/>
                <a:uFillTx/>
                <a:latin typeface="Open Sans Bold" pitchFamily="34" charset="0"/>
                <a:ea typeface="Open Sans Bold" pitchFamily="34" charset="-122"/>
                <a:cs typeface="Open Sans Bold" pitchFamily="34" charset="-120"/>
              </a:rPr>
              <a:t>F1 Score (28%)</a:t>
            </a:r>
            <a:r>
              <a:rPr kumimoji="0" lang="en-US" sz="850" b="0" i="1" u="none" strike="noStrike" kern="1200" cap="none" spc="0" normalizeH="0" baseline="0" noProof="0" dirty="0">
                <a:ln>
                  <a:noFill/>
                </a:ln>
                <a:solidFill>
                  <a:srgbClr val="1A432B"/>
                </a:solidFill>
                <a:effectLst/>
                <a:uLnTx/>
                <a:uFillTx/>
                <a:latin typeface="Open Sans" pitchFamily="34" charset="0"/>
                <a:ea typeface="Open Sans" pitchFamily="34" charset="-122"/>
                <a:cs typeface="Open Sans" pitchFamily="34" charset="-120"/>
              </a:rPr>
              <a:t>, making it more suitable for healthcare applications where identifying high-risk patients is more important than maximizing overall accuracy."</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7034"/>
            <a:ext cx="9144000" cy="5143500"/>
          </a:xfrm>
          <a:prstGeom prst="rect">
            <a:avLst/>
          </a:prstGeom>
        </p:spPr>
      </p:pic>
      <p:sp>
        <p:nvSpPr>
          <p:cNvPr id="4" name="Text 0"/>
          <p:cNvSpPr/>
          <p:nvPr/>
        </p:nvSpPr>
        <p:spPr>
          <a:xfrm>
            <a:off x="571500" y="737146"/>
            <a:ext cx="8572500" cy="278606"/>
          </a:xfrm>
          <a:prstGeom prst="rect">
            <a:avLst/>
          </a:prstGeom>
          <a:noFill/>
          <a:ln/>
        </p:spPr>
        <p:txBody>
          <a:bodyPr wrap="square" lIns="0" tIns="0" rIns="0" bIns="0" rtlCol="0" anchor="t">
            <a:spAutoFit/>
          </a:bodyPr>
          <a:lstStyle/>
          <a:p>
            <a:pPr marL="0" indent="0" algn="l">
              <a:buNone/>
            </a:pPr>
            <a:r>
              <a:rPr lang="en-US" sz="1700" kern="0" spc="3" dirty="0">
                <a:solidFill>
                  <a:srgbClr val="1A432B"/>
                </a:solidFill>
                <a:latin typeface="Montserrat Medium" pitchFamily="34" charset="0"/>
                <a:ea typeface="Montserrat Medium" pitchFamily="34" charset="-122"/>
                <a:cs typeface="Montserrat Medium" pitchFamily="34" charset="-120"/>
              </a:rPr>
              <a:t>SYSTEM WORKFLOW</a:t>
            </a:r>
            <a:endParaRPr lang="en-US" sz="1700" dirty="0"/>
          </a:p>
        </p:txBody>
      </p:sp>
      <p:sp>
        <p:nvSpPr>
          <p:cNvPr id="5" name="Shape 1"/>
          <p:cNvSpPr/>
          <p:nvPr/>
        </p:nvSpPr>
        <p:spPr>
          <a:xfrm>
            <a:off x="857250" y="1883271"/>
            <a:ext cx="571500" cy="571500"/>
          </a:xfrm>
          <a:prstGeom prst="rect">
            <a:avLst/>
          </a:prstGeom>
          <a:solidFill>
            <a:srgbClr val="1A432B"/>
          </a:solidFill>
          <a:ln/>
        </p:spPr>
        <p:txBody>
          <a:bodyPr/>
          <a:lstStyle/>
          <a:p>
            <a:endParaRPr lang="en-IN"/>
          </a:p>
        </p:txBody>
      </p:sp>
      <p:pic>
        <p:nvPicPr>
          <p:cNvPr id="6" name="Image 1" descr="preencoded.png"/>
          <p:cNvPicPr>
            <a:picLocks noChangeAspect="1"/>
          </p:cNvPicPr>
          <p:nvPr/>
        </p:nvPicPr>
        <p:blipFill>
          <a:blip r:embed="rId4"/>
          <a:stretch>
            <a:fillRect/>
          </a:stretch>
        </p:blipFill>
        <p:spPr>
          <a:xfrm>
            <a:off x="982266" y="2040434"/>
            <a:ext cx="321469" cy="257175"/>
          </a:xfrm>
          <a:prstGeom prst="rect">
            <a:avLst/>
          </a:prstGeom>
        </p:spPr>
      </p:pic>
      <p:sp>
        <p:nvSpPr>
          <p:cNvPr id="7" name="Text 2"/>
          <p:cNvSpPr/>
          <p:nvPr/>
        </p:nvSpPr>
        <p:spPr>
          <a:xfrm>
            <a:off x="799207" y="2540496"/>
            <a:ext cx="687586" cy="314325"/>
          </a:xfrm>
          <a:prstGeom prst="rect">
            <a:avLst/>
          </a:prstGeom>
          <a:noFill/>
          <a:ln/>
        </p:spPr>
        <p:txBody>
          <a:bodyPr wrap="none" lIns="0" tIns="0" rIns="0" bIns="0" rtlCol="0" anchor="ctr">
            <a:spAutoFit/>
          </a:bodyPr>
          <a:lstStyle/>
          <a:p>
            <a:pPr marL="0" indent="0" algn="ctr">
              <a:buNone/>
            </a:pPr>
            <a:r>
              <a:rPr lang="en-US" sz="950" dirty="0">
                <a:solidFill>
                  <a:srgbClr val="1A432B"/>
                </a:solidFill>
                <a:latin typeface="Montserrat Medium" pitchFamily="34" charset="0"/>
                <a:ea typeface="Montserrat Medium" pitchFamily="34" charset="-122"/>
                <a:cs typeface="Montserrat Medium" pitchFamily="34" charset="-120"/>
              </a:rPr>
              <a:t>User Input</a:t>
            </a:r>
            <a:endParaRPr lang="en-US" sz="950" dirty="0"/>
          </a:p>
        </p:txBody>
      </p:sp>
      <p:sp>
        <p:nvSpPr>
          <p:cNvPr id="8" name="Text 3"/>
          <p:cNvSpPr/>
          <p:nvPr/>
        </p:nvSpPr>
        <p:spPr>
          <a:xfrm>
            <a:off x="428625" y="2911971"/>
            <a:ext cx="1428750" cy="280002"/>
          </a:xfrm>
          <a:prstGeom prst="rect">
            <a:avLst/>
          </a:prstGeom>
          <a:noFill/>
          <a:ln/>
        </p:spPr>
        <p:txBody>
          <a:bodyPr wrap="square" lIns="0" tIns="0" rIns="0" bIns="0" rtlCol="0" anchor="t">
            <a:spAutoFit/>
          </a:bodyPr>
          <a:lstStyle/>
          <a:p>
            <a:pPr marL="0" indent="0" algn="ctr">
              <a:lnSpc>
                <a:spcPct val="112000"/>
              </a:lnSpc>
              <a:buNone/>
            </a:pPr>
            <a:r>
              <a:rPr lang="en-US" sz="750" dirty="0">
                <a:solidFill>
                  <a:srgbClr val="2D5A3F"/>
                </a:solidFill>
                <a:latin typeface="Open Sans Light" pitchFamily="34" charset="0"/>
                <a:ea typeface="Open Sans Light" pitchFamily="34" charset="-122"/>
                <a:cs typeface="Open Sans Light" pitchFamily="34" charset="-120"/>
              </a:rPr>
              <a:t>Clinician enters patient data into the Streamlit interface.</a:t>
            </a:r>
            <a:endParaRPr lang="en-US" sz="750" dirty="0"/>
          </a:p>
        </p:txBody>
      </p:sp>
      <p:pic>
        <p:nvPicPr>
          <p:cNvPr id="9" name="Image 2" descr="preencoded.png"/>
          <p:cNvPicPr>
            <a:picLocks noChangeAspect="1"/>
          </p:cNvPicPr>
          <p:nvPr/>
        </p:nvPicPr>
        <p:blipFill>
          <a:blip r:embed="rId5"/>
          <a:stretch>
            <a:fillRect/>
          </a:stretch>
        </p:blipFill>
        <p:spPr>
          <a:xfrm>
            <a:off x="1928813" y="2111871"/>
            <a:ext cx="142875" cy="142875"/>
          </a:xfrm>
          <a:prstGeom prst="rect">
            <a:avLst/>
          </a:prstGeom>
        </p:spPr>
      </p:pic>
      <p:sp>
        <p:nvSpPr>
          <p:cNvPr id="10" name="Shape 4"/>
          <p:cNvSpPr/>
          <p:nvPr/>
        </p:nvSpPr>
        <p:spPr>
          <a:xfrm>
            <a:off x="2571750" y="1883271"/>
            <a:ext cx="571500" cy="571500"/>
          </a:xfrm>
          <a:prstGeom prst="rect">
            <a:avLst/>
          </a:prstGeom>
          <a:solidFill>
            <a:srgbClr val="1A432B"/>
          </a:solidFill>
          <a:ln/>
        </p:spPr>
        <p:txBody>
          <a:bodyPr/>
          <a:lstStyle/>
          <a:p>
            <a:endParaRPr lang="en-IN"/>
          </a:p>
        </p:txBody>
      </p:sp>
      <p:pic>
        <p:nvPicPr>
          <p:cNvPr id="11" name="Image 3" descr="preencoded.png"/>
          <p:cNvPicPr>
            <a:picLocks noChangeAspect="1"/>
          </p:cNvPicPr>
          <p:nvPr/>
        </p:nvPicPr>
        <p:blipFill>
          <a:blip r:embed="rId6"/>
          <a:stretch>
            <a:fillRect/>
          </a:stretch>
        </p:blipFill>
        <p:spPr>
          <a:xfrm>
            <a:off x="2696766" y="2040434"/>
            <a:ext cx="321469" cy="257175"/>
          </a:xfrm>
          <a:prstGeom prst="rect">
            <a:avLst/>
          </a:prstGeom>
        </p:spPr>
      </p:pic>
      <p:sp>
        <p:nvSpPr>
          <p:cNvPr id="12" name="Text 5"/>
          <p:cNvSpPr/>
          <p:nvPr/>
        </p:nvSpPr>
        <p:spPr>
          <a:xfrm>
            <a:off x="2390477" y="2540496"/>
            <a:ext cx="934045" cy="314325"/>
          </a:xfrm>
          <a:prstGeom prst="rect">
            <a:avLst/>
          </a:prstGeom>
          <a:noFill/>
          <a:ln/>
        </p:spPr>
        <p:txBody>
          <a:bodyPr wrap="none" lIns="0" tIns="0" rIns="0" bIns="0" rtlCol="0" anchor="ctr">
            <a:spAutoFit/>
          </a:bodyPr>
          <a:lstStyle/>
          <a:p>
            <a:pPr marL="0" indent="0" algn="ctr">
              <a:buNone/>
            </a:pPr>
            <a:r>
              <a:rPr lang="en-US" sz="950" dirty="0">
                <a:solidFill>
                  <a:srgbClr val="1A432B"/>
                </a:solidFill>
                <a:latin typeface="Montserrat Medium" pitchFamily="34" charset="0"/>
                <a:ea typeface="Montserrat Medium" pitchFamily="34" charset="-122"/>
                <a:cs typeface="Montserrat Medium" pitchFamily="34" charset="-120"/>
              </a:rPr>
              <a:t>Preprocessing</a:t>
            </a:r>
            <a:endParaRPr lang="en-US" sz="950" dirty="0"/>
          </a:p>
        </p:txBody>
      </p:sp>
      <p:sp>
        <p:nvSpPr>
          <p:cNvPr id="13" name="Text 6"/>
          <p:cNvSpPr/>
          <p:nvPr/>
        </p:nvSpPr>
        <p:spPr>
          <a:xfrm>
            <a:off x="2143125" y="2911971"/>
            <a:ext cx="1428750" cy="420002"/>
          </a:xfrm>
          <a:prstGeom prst="rect">
            <a:avLst/>
          </a:prstGeom>
          <a:noFill/>
          <a:ln/>
        </p:spPr>
        <p:txBody>
          <a:bodyPr wrap="square" lIns="0" tIns="0" rIns="0" bIns="0" rtlCol="0" anchor="t">
            <a:spAutoFit/>
          </a:bodyPr>
          <a:lstStyle/>
          <a:p>
            <a:pPr marL="0" indent="0" algn="ctr">
              <a:lnSpc>
                <a:spcPct val="112000"/>
              </a:lnSpc>
              <a:buNone/>
            </a:pPr>
            <a:r>
              <a:rPr lang="en-US" sz="750" dirty="0">
                <a:solidFill>
                  <a:srgbClr val="2D5A3F"/>
                </a:solidFill>
                <a:latin typeface="Open Sans Light" pitchFamily="34" charset="0"/>
                <a:ea typeface="Open Sans Light" pitchFamily="34" charset="-122"/>
                <a:cs typeface="Open Sans Light" pitchFamily="34" charset="-120"/>
              </a:rPr>
              <a:t>Automated cleaning and encoding of raw clinical features.</a:t>
            </a:r>
            <a:endParaRPr lang="en-US" sz="750" dirty="0"/>
          </a:p>
        </p:txBody>
      </p:sp>
      <p:pic>
        <p:nvPicPr>
          <p:cNvPr id="14" name="Image 4" descr="preencoded.png"/>
          <p:cNvPicPr>
            <a:picLocks noChangeAspect="1"/>
          </p:cNvPicPr>
          <p:nvPr/>
        </p:nvPicPr>
        <p:blipFill>
          <a:blip r:embed="rId5"/>
          <a:stretch>
            <a:fillRect/>
          </a:stretch>
        </p:blipFill>
        <p:spPr>
          <a:xfrm>
            <a:off x="3643313" y="2111871"/>
            <a:ext cx="142875" cy="142875"/>
          </a:xfrm>
          <a:prstGeom prst="rect">
            <a:avLst/>
          </a:prstGeom>
        </p:spPr>
      </p:pic>
      <p:sp>
        <p:nvSpPr>
          <p:cNvPr id="15" name="Shape 7"/>
          <p:cNvSpPr/>
          <p:nvPr/>
        </p:nvSpPr>
        <p:spPr>
          <a:xfrm>
            <a:off x="4286250" y="1883271"/>
            <a:ext cx="571500" cy="571500"/>
          </a:xfrm>
          <a:prstGeom prst="rect">
            <a:avLst/>
          </a:prstGeom>
          <a:solidFill>
            <a:srgbClr val="1A432B"/>
          </a:solidFill>
          <a:ln/>
        </p:spPr>
        <p:txBody>
          <a:bodyPr/>
          <a:lstStyle/>
          <a:p>
            <a:endParaRPr lang="en-IN"/>
          </a:p>
        </p:txBody>
      </p:sp>
      <p:pic>
        <p:nvPicPr>
          <p:cNvPr id="16" name="Image 5" descr="preencoded.png"/>
          <p:cNvPicPr>
            <a:picLocks noChangeAspect="1"/>
          </p:cNvPicPr>
          <p:nvPr/>
        </p:nvPicPr>
        <p:blipFill>
          <a:blip r:embed="rId7"/>
          <a:stretch>
            <a:fillRect/>
          </a:stretch>
        </p:blipFill>
        <p:spPr>
          <a:xfrm>
            <a:off x="4443413" y="2040434"/>
            <a:ext cx="257175" cy="257175"/>
          </a:xfrm>
          <a:prstGeom prst="rect">
            <a:avLst/>
          </a:prstGeom>
        </p:spPr>
      </p:pic>
      <p:sp>
        <p:nvSpPr>
          <p:cNvPr id="17" name="Text 8"/>
          <p:cNvSpPr/>
          <p:nvPr/>
        </p:nvSpPr>
        <p:spPr>
          <a:xfrm>
            <a:off x="4043363" y="2540496"/>
            <a:ext cx="1057275" cy="314325"/>
          </a:xfrm>
          <a:prstGeom prst="rect">
            <a:avLst/>
          </a:prstGeom>
          <a:noFill/>
          <a:ln/>
        </p:spPr>
        <p:txBody>
          <a:bodyPr wrap="none" lIns="0" tIns="0" rIns="0" bIns="0" rtlCol="0" anchor="ctr">
            <a:spAutoFit/>
          </a:bodyPr>
          <a:lstStyle/>
          <a:p>
            <a:pPr marL="0" indent="0" algn="ctr">
              <a:buNone/>
            </a:pPr>
            <a:r>
              <a:rPr lang="en-US" sz="950" dirty="0">
                <a:solidFill>
                  <a:srgbClr val="1A432B"/>
                </a:solidFill>
                <a:latin typeface="Montserrat Medium" pitchFamily="34" charset="0"/>
                <a:ea typeface="Montserrat Medium" pitchFamily="34" charset="-122"/>
                <a:cs typeface="Montserrat Medium" pitchFamily="34" charset="-120"/>
              </a:rPr>
              <a:t>Model Inference</a:t>
            </a:r>
            <a:endParaRPr lang="en-US" sz="950" dirty="0"/>
          </a:p>
        </p:txBody>
      </p:sp>
      <p:sp>
        <p:nvSpPr>
          <p:cNvPr id="18" name="Text 9"/>
          <p:cNvSpPr/>
          <p:nvPr/>
        </p:nvSpPr>
        <p:spPr>
          <a:xfrm>
            <a:off x="3857625" y="2911971"/>
            <a:ext cx="1428750" cy="280002"/>
          </a:xfrm>
          <a:prstGeom prst="rect">
            <a:avLst/>
          </a:prstGeom>
          <a:noFill/>
          <a:ln/>
        </p:spPr>
        <p:txBody>
          <a:bodyPr wrap="square" lIns="0" tIns="0" rIns="0" bIns="0" rtlCol="0" anchor="t">
            <a:spAutoFit/>
          </a:bodyPr>
          <a:lstStyle/>
          <a:p>
            <a:pPr marL="0" indent="0" algn="ctr">
              <a:lnSpc>
                <a:spcPct val="112000"/>
              </a:lnSpc>
              <a:buNone/>
            </a:pPr>
            <a:r>
              <a:rPr lang="en-US" sz="750" dirty="0">
                <a:solidFill>
                  <a:srgbClr val="2D5A3F"/>
                </a:solidFill>
                <a:latin typeface="Open Sans Light" pitchFamily="34" charset="0"/>
                <a:ea typeface="Open Sans Light" pitchFamily="34" charset="-122"/>
                <a:cs typeface="Open Sans Light" pitchFamily="34" charset="-120"/>
              </a:rPr>
              <a:t>Random Forest calculates readmission probability.</a:t>
            </a:r>
            <a:endParaRPr lang="en-US" sz="750" dirty="0"/>
          </a:p>
        </p:txBody>
      </p:sp>
      <p:pic>
        <p:nvPicPr>
          <p:cNvPr id="19" name="Image 6" descr="preencoded.png"/>
          <p:cNvPicPr>
            <a:picLocks noChangeAspect="1"/>
          </p:cNvPicPr>
          <p:nvPr/>
        </p:nvPicPr>
        <p:blipFill>
          <a:blip r:embed="rId5"/>
          <a:stretch>
            <a:fillRect/>
          </a:stretch>
        </p:blipFill>
        <p:spPr>
          <a:xfrm>
            <a:off x="5357813" y="2111871"/>
            <a:ext cx="142875" cy="142875"/>
          </a:xfrm>
          <a:prstGeom prst="rect">
            <a:avLst/>
          </a:prstGeom>
        </p:spPr>
      </p:pic>
      <p:sp>
        <p:nvSpPr>
          <p:cNvPr id="20" name="Shape 10"/>
          <p:cNvSpPr/>
          <p:nvPr/>
        </p:nvSpPr>
        <p:spPr>
          <a:xfrm>
            <a:off x="6000750" y="1883271"/>
            <a:ext cx="571500" cy="571500"/>
          </a:xfrm>
          <a:prstGeom prst="rect">
            <a:avLst/>
          </a:prstGeom>
          <a:solidFill>
            <a:srgbClr val="1A432B"/>
          </a:solidFill>
          <a:ln/>
        </p:spPr>
        <p:txBody>
          <a:bodyPr/>
          <a:lstStyle/>
          <a:p>
            <a:endParaRPr lang="en-IN"/>
          </a:p>
        </p:txBody>
      </p:sp>
      <p:pic>
        <p:nvPicPr>
          <p:cNvPr id="21" name="Image 7" descr="preencoded.png"/>
          <p:cNvPicPr>
            <a:picLocks noChangeAspect="1"/>
          </p:cNvPicPr>
          <p:nvPr/>
        </p:nvPicPr>
        <p:blipFill>
          <a:blip r:embed="rId8"/>
          <a:stretch>
            <a:fillRect/>
          </a:stretch>
        </p:blipFill>
        <p:spPr>
          <a:xfrm>
            <a:off x="6157913" y="2040434"/>
            <a:ext cx="257175" cy="257175"/>
          </a:xfrm>
          <a:prstGeom prst="rect">
            <a:avLst/>
          </a:prstGeom>
        </p:spPr>
      </p:pic>
      <p:sp>
        <p:nvSpPr>
          <p:cNvPr id="22" name="Text 11"/>
          <p:cNvSpPr/>
          <p:nvPr/>
        </p:nvSpPr>
        <p:spPr>
          <a:xfrm>
            <a:off x="5654278" y="2540496"/>
            <a:ext cx="1264444" cy="314325"/>
          </a:xfrm>
          <a:prstGeom prst="rect">
            <a:avLst/>
          </a:prstGeom>
          <a:noFill/>
          <a:ln/>
        </p:spPr>
        <p:txBody>
          <a:bodyPr wrap="none" lIns="0" tIns="0" rIns="0" bIns="0" rtlCol="0" anchor="ctr">
            <a:spAutoFit/>
          </a:bodyPr>
          <a:lstStyle/>
          <a:p>
            <a:pPr marL="0" indent="0" algn="ctr">
              <a:buNone/>
            </a:pPr>
            <a:r>
              <a:rPr lang="en-US" sz="950" dirty="0">
                <a:solidFill>
                  <a:srgbClr val="1A432B"/>
                </a:solidFill>
                <a:latin typeface="Montserrat Medium" pitchFamily="34" charset="0"/>
                <a:ea typeface="Montserrat Medium" pitchFamily="34" charset="-122"/>
                <a:cs typeface="Montserrat Medium" pitchFamily="34" charset="-120"/>
              </a:rPr>
              <a:t>Risk Categorization</a:t>
            </a:r>
            <a:endParaRPr lang="en-US" sz="950" dirty="0"/>
          </a:p>
        </p:txBody>
      </p:sp>
      <p:sp>
        <p:nvSpPr>
          <p:cNvPr id="23" name="Text 12"/>
          <p:cNvSpPr/>
          <p:nvPr/>
        </p:nvSpPr>
        <p:spPr>
          <a:xfrm>
            <a:off x="5572125" y="2911971"/>
            <a:ext cx="1428750" cy="280002"/>
          </a:xfrm>
          <a:prstGeom prst="rect">
            <a:avLst/>
          </a:prstGeom>
          <a:noFill/>
          <a:ln/>
        </p:spPr>
        <p:txBody>
          <a:bodyPr wrap="square" lIns="0" tIns="0" rIns="0" bIns="0" rtlCol="0" anchor="t">
            <a:spAutoFit/>
          </a:bodyPr>
          <a:lstStyle/>
          <a:p>
            <a:pPr marL="0" indent="0" algn="ctr">
              <a:lnSpc>
                <a:spcPct val="112000"/>
              </a:lnSpc>
              <a:buNone/>
            </a:pPr>
            <a:r>
              <a:rPr lang="en-US" sz="750" dirty="0">
                <a:solidFill>
                  <a:srgbClr val="2D5A3F"/>
                </a:solidFill>
                <a:latin typeface="Open Sans Light" pitchFamily="34" charset="0"/>
                <a:ea typeface="Open Sans Light" pitchFamily="34" charset="-122"/>
                <a:cs typeface="Open Sans Light" pitchFamily="34" charset="-120"/>
              </a:rPr>
              <a:t>Patients assigned to Low, Moderate, or High Risk groups.</a:t>
            </a:r>
            <a:endParaRPr lang="en-US" sz="750" dirty="0"/>
          </a:p>
        </p:txBody>
      </p:sp>
      <p:pic>
        <p:nvPicPr>
          <p:cNvPr id="24" name="Image 8" descr="preencoded.png"/>
          <p:cNvPicPr>
            <a:picLocks noChangeAspect="1"/>
          </p:cNvPicPr>
          <p:nvPr/>
        </p:nvPicPr>
        <p:blipFill>
          <a:blip r:embed="rId5"/>
          <a:stretch>
            <a:fillRect/>
          </a:stretch>
        </p:blipFill>
        <p:spPr>
          <a:xfrm>
            <a:off x="7072313" y="2111871"/>
            <a:ext cx="142875" cy="142875"/>
          </a:xfrm>
          <a:prstGeom prst="rect">
            <a:avLst/>
          </a:prstGeom>
        </p:spPr>
      </p:pic>
      <p:sp>
        <p:nvSpPr>
          <p:cNvPr id="25" name="Shape 13"/>
          <p:cNvSpPr/>
          <p:nvPr/>
        </p:nvSpPr>
        <p:spPr>
          <a:xfrm>
            <a:off x="7715250" y="1883271"/>
            <a:ext cx="571500" cy="571500"/>
          </a:xfrm>
          <a:prstGeom prst="rect">
            <a:avLst/>
          </a:prstGeom>
          <a:solidFill>
            <a:srgbClr val="1A432B"/>
          </a:solidFill>
          <a:ln/>
        </p:spPr>
        <p:txBody>
          <a:bodyPr/>
          <a:lstStyle/>
          <a:p>
            <a:endParaRPr lang="en-IN"/>
          </a:p>
        </p:txBody>
      </p:sp>
      <p:pic>
        <p:nvPicPr>
          <p:cNvPr id="26" name="Image 9" descr="preencoded.png"/>
          <p:cNvPicPr>
            <a:picLocks noChangeAspect="1"/>
          </p:cNvPicPr>
          <p:nvPr/>
        </p:nvPicPr>
        <p:blipFill>
          <a:blip r:embed="rId9"/>
          <a:stretch>
            <a:fillRect/>
          </a:stretch>
        </p:blipFill>
        <p:spPr>
          <a:xfrm>
            <a:off x="7856339" y="2040434"/>
            <a:ext cx="289322" cy="257175"/>
          </a:xfrm>
          <a:prstGeom prst="rect">
            <a:avLst/>
          </a:prstGeom>
        </p:spPr>
      </p:pic>
      <p:sp>
        <p:nvSpPr>
          <p:cNvPr id="27" name="Text 14"/>
          <p:cNvSpPr/>
          <p:nvPr/>
        </p:nvSpPr>
        <p:spPr>
          <a:xfrm>
            <a:off x="7436644" y="2540496"/>
            <a:ext cx="1128713" cy="314325"/>
          </a:xfrm>
          <a:prstGeom prst="rect">
            <a:avLst/>
          </a:prstGeom>
          <a:noFill/>
          <a:ln/>
        </p:spPr>
        <p:txBody>
          <a:bodyPr wrap="none" lIns="0" tIns="0" rIns="0" bIns="0" rtlCol="0" anchor="ctr">
            <a:spAutoFit/>
          </a:bodyPr>
          <a:lstStyle/>
          <a:p>
            <a:pPr marL="0" indent="0" algn="ctr">
              <a:buNone/>
            </a:pPr>
            <a:r>
              <a:rPr lang="en-US" sz="950" dirty="0">
                <a:solidFill>
                  <a:srgbClr val="1A432B"/>
                </a:solidFill>
                <a:latin typeface="Montserrat Medium" pitchFamily="34" charset="0"/>
                <a:ea typeface="Montserrat Medium" pitchFamily="34" charset="-122"/>
                <a:cs typeface="Montserrat Medium" pitchFamily="34" charset="-120"/>
              </a:rPr>
              <a:t>Decision Support</a:t>
            </a:r>
            <a:endParaRPr lang="en-US" sz="950" dirty="0"/>
          </a:p>
        </p:txBody>
      </p:sp>
      <p:sp>
        <p:nvSpPr>
          <p:cNvPr id="28" name="Text 15"/>
          <p:cNvSpPr/>
          <p:nvPr/>
        </p:nvSpPr>
        <p:spPr>
          <a:xfrm>
            <a:off x="7286625" y="2911971"/>
            <a:ext cx="1428750" cy="280002"/>
          </a:xfrm>
          <a:prstGeom prst="rect">
            <a:avLst/>
          </a:prstGeom>
          <a:noFill/>
          <a:ln/>
        </p:spPr>
        <p:txBody>
          <a:bodyPr wrap="square" lIns="0" tIns="0" rIns="0" bIns="0" rtlCol="0" anchor="t">
            <a:spAutoFit/>
          </a:bodyPr>
          <a:lstStyle/>
          <a:p>
            <a:pPr marL="0" indent="0" algn="ctr">
              <a:lnSpc>
                <a:spcPct val="112000"/>
              </a:lnSpc>
              <a:buNone/>
            </a:pPr>
            <a:r>
              <a:rPr lang="en-US" sz="750" dirty="0">
                <a:solidFill>
                  <a:srgbClr val="2D5A3F"/>
                </a:solidFill>
                <a:latin typeface="Open Sans Light" pitchFamily="34" charset="0"/>
                <a:ea typeface="Open Sans Light" pitchFamily="34" charset="-122"/>
                <a:cs typeface="Open Sans Light" pitchFamily="34" charset="-120"/>
              </a:rPr>
              <a:t>Actionable insights provided for clinical intervention.</a:t>
            </a:r>
            <a:endParaRPr lang="en-US" sz="750" dirty="0"/>
          </a:p>
        </p:txBody>
      </p:sp>
      <p:sp>
        <p:nvSpPr>
          <p:cNvPr id="29" name="Shape 16"/>
          <p:cNvSpPr/>
          <p:nvPr/>
        </p:nvSpPr>
        <p:spPr>
          <a:xfrm>
            <a:off x="571500" y="4305895"/>
            <a:ext cx="8001000" cy="266105"/>
          </a:xfrm>
          <a:prstGeom prst="rect">
            <a:avLst/>
          </a:prstGeom>
          <a:solidFill>
            <a:srgbClr val="000000">
              <a:alpha val="0"/>
            </a:srgbClr>
          </a:solidFill>
          <a:ln/>
        </p:spPr>
        <p:txBody>
          <a:bodyPr/>
          <a:lstStyle/>
          <a:p>
            <a:endParaRPr lang="en-IN"/>
          </a:p>
        </p:txBody>
      </p:sp>
      <p:sp>
        <p:nvSpPr>
          <p:cNvPr id="30" name="Shape 17"/>
          <p:cNvSpPr/>
          <p:nvPr/>
        </p:nvSpPr>
        <p:spPr>
          <a:xfrm>
            <a:off x="571500" y="4305895"/>
            <a:ext cx="8001000" cy="7144"/>
          </a:xfrm>
          <a:prstGeom prst="rect">
            <a:avLst/>
          </a:prstGeom>
          <a:solidFill>
            <a:srgbClr val="D1D9D5"/>
          </a:solidFill>
          <a:ln/>
        </p:spPr>
        <p:txBody>
          <a:bodyPr/>
          <a:lstStyle/>
          <a:p>
            <a:endParaRPr lang="en-IN"/>
          </a:p>
        </p:txBody>
      </p:sp>
      <p:sp>
        <p:nvSpPr>
          <p:cNvPr id="31" name="Text 18"/>
          <p:cNvSpPr/>
          <p:nvPr/>
        </p:nvSpPr>
        <p:spPr>
          <a:xfrm>
            <a:off x="571500" y="4305895"/>
            <a:ext cx="8001000" cy="266105"/>
          </a:xfrm>
          <a:prstGeom prst="rect">
            <a:avLst/>
          </a:prstGeom>
          <a:noFill/>
          <a:ln/>
        </p:spPr>
        <p:txBody>
          <a:bodyPr wrap="square" lIns="0" tIns="102108" rIns="0" bIns="0" rtlCol="0" anchor="t">
            <a:spAutoFit/>
          </a:bodyPr>
          <a:lstStyle/>
          <a:p>
            <a:pPr marL="0" indent="0" algn="ctr">
              <a:buNone/>
            </a:pPr>
            <a:r>
              <a:rPr lang="en-US" sz="1050" dirty="0">
                <a:solidFill>
                  <a:srgbClr val="1A432B"/>
                </a:solidFill>
                <a:latin typeface="Montserrat Medium" pitchFamily="34" charset="0"/>
                <a:ea typeface="Montserrat Medium" pitchFamily="34" charset="-122"/>
                <a:cs typeface="Montserrat Medium" pitchFamily="34" charset="-120"/>
              </a:rPr>
              <a:t>Seamless integration of Machine Learning into the clinical decision-making process.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3E763-46FB-FD1C-ADE5-3F6DFC392D07}"/>
            </a:ext>
          </a:extLst>
        </p:cNvPr>
        <p:cNvGrpSpPr/>
        <p:nvPr/>
      </p:nvGrpSpPr>
      <p:grpSpPr>
        <a:xfrm>
          <a:off x="0" y="0"/>
          <a:ext cx="0" cy="0"/>
          <a:chOff x="0" y="0"/>
          <a:chExt cx="0" cy="0"/>
        </a:xfrm>
      </p:grpSpPr>
      <p:pic>
        <p:nvPicPr>
          <p:cNvPr id="3" name="Image 0" descr="preencoded.png">
            <a:extLst>
              <a:ext uri="{FF2B5EF4-FFF2-40B4-BE49-F238E27FC236}">
                <a16:creationId xmlns:a16="http://schemas.microsoft.com/office/drawing/2014/main" id="{3231000F-1051-25C6-2432-8AC59829FA44}"/>
              </a:ext>
            </a:extLst>
          </p:cNvPr>
          <p:cNvPicPr>
            <a:picLocks noChangeAspect="1"/>
          </p:cNvPicPr>
          <p:nvPr/>
        </p:nvPicPr>
        <p:blipFill>
          <a:blip r:embed="rId3"/>
          <a:stretch>
            <a:fillRect/>
          </a:stretch>
        </p:blipFill>
        <p:spPr>
          <a:xfrm>
            <a:off x="0" y="0"/>
            <a:ext cx="9144000" cy="5143500"/>
          </a:xfrm>
          <a:prstGeom prst="rect">
            <a:avLst/>
          </a:prstGeom>
        </p:spPr>
      </p:pic>
      <p:pic>
        <p:nvPicPr>
          <p:cNvPr id="8" name="Image 1" descr="preencoded.png">
            <a:extLst>
              <a:ext uri="{FF2B5EF4-FFF2-40B4-BE49-F238E27FC236}">
                <a16:creationId xmlns:a16="http://schemas.microsoft.com/office/drawing/2014/main" id="{A76BE0F8-F14E-DD40-7391-C26EF0542FD1}"/>
              </a:ext>
            </a:extLst>
          </p:cNvPr>
          <p:cNvPicPr>
            <a:picLocks noChangeAspect="1"/>
          </p:cNvPicPr>
          <p:nvPr/>
        </p:nvPicPr>
        <p:blipFill>
          <a:blip r:embed="rId4"/>
          <a:stretch>
            <a:fillRect/>
          </a:stretch>
        </p:blipFill>
        <p:spPr>
          <a:xfrm>
            <a:off x="5281474" y="4536281"/>
            <a:ext cx="160734" cy="128588"/>
          </a:xfrm>
          <a:prstGeom prst="rect">
            <a:avLst/>
          </a:prstGeom>
        </p:spPr>
      </p:pic>
      <p:sp>
        <p:nvSpPr>
          <p:cNvPr id="21" name="Shape 14">
            <a:extLst>
              <a:ext uri="{FF2B5EF4-FFF2-40B4-BE49-F238E27FC236}">
                <a16:creationId xmlns:a16="http://schemas.microsoft.com/office/drawing/2014/main" id="{65D377D4-3321-8F75-459A-2E31557EFB87}"/>
              </a:ext>
            </a:extLst>
          </p:cNvPr>
          <p:cNvSpPr/>
          <p:nvPr/>
        </p:nvSpPr>
        <p:spPr>
          <a:xfrm>
            <a:off x="571500" y="4593431"/>
            <a:ext cx="8001000" cy="7144"/>
          </a:xfrm>
          <a:prstGeom prst="rect">
            <a:avLst/>
          </a:prstGeom>
          <a:solidFill>
            <a:srgbClr val="D1D9D5"/>
          </a:solidFill>
          <a:ln/>
        </p:spPr>
        <p:txBody>
          <a:bodyPr/>
          <a:lstStyle/>
          <a:p>
            <a:endParaRPr lang="en-IN"/>
          </a:p>
        </p:txBody>
      </p:sp>
      <p:pic>
        <p:nvPicPr>
          <p:cNvPr id="27" name="Picture 26">
            <a:extLst>
              <a:ext uri="{FF2B5EF4-FFF2-40B4-BE49-F238E27FC236}">
                <a16:creationId xmlns:a16="http://schemas.microsoft.com/office/drawing/2014/main" id="{0DE5F341-22CE-AC96-9616-DB858A0D58B5}"/>
              </a:ext>
            </a:extLst>
          </p:cNvPr>
          <p:cNvPicPr>
            <a:picLocks noChangeAspect="1"/>
          </p:cNvPicPr>
          <p:nvPr/>
        </p:nvPicPr>
        <p:blipFill>
          <a:blip r:embed="rId5"/>
          <a:stretch>
            <a:fillRect/>
          </a:stretch>
        </p:blipFill>
        <p:spPr>
          <a:xfrm>
            <a:off x="5271772" y="346417"/>
            <a:ext cx="3036609" cy="4023140"/>
          </a:xfrm>
          <a:prstGeom prst="rect">
            <a:avLst/>
          </a:prstGeom>
        </p:spPr>
      </p:pic>
      <p:pic>
        <p:nvPicPr>
          <p:cNvPr id="29" name="Picture 28">
            <a:extLst>
              <a:ext uri="{FF2B5EF4-FFF2-40B4-BE49-F238E27FC236}">
                <a16:creationId xmlns:a16="http://schemas.microsoft.com/office/drawing/2014/main" id="{CDE9DC04-D149-18FD-2E09-55FCA8B5C3A0}"/>
              </a:ext>
            </a:extLst>
          </p:cNvPr>
          <p:cNvPicPr>
            <a:picLocks noChangeAspect="1"/>
          </p:cNvPicPr>
          <p:nvPr/>
        </p:nvPicPr>
        <p:blipFill>
          <a:blip r:embed="rId6"/>
          <a:stretch>
            <a:fillRect/>
          </a:stretch>
        </p:blipFill>
        <p:spPr>
          <a:xfrm>
            <a:off x="571500" y="346417"/>
            <a:ext cx="3040361" cy="4023140"/>
          </a:xfrm>
          <a:prstGeom prst="rect">
            <a:avLst/>
          </a:prstGeom>
        </p:spPr>
      </p:pic>
      <p:sp>
        <p:nvSpPr>
          <p:cNvPr id="30" name="TextBox 29">
            <a:extLst>
              <a:ext uri="{FF2B5EF4-FFF2-40B4-BE49-F238E27FC236}">
                <a16:creationId xmlns:a16="http://schemas.microsoft.com/office/drawing/2014/main" id="{5112BE8D-201D-8113-8A21-4E7F5FA00C36}"/>
              </a:ext>
            </a:extLst>
          </p:cNvPr>
          <p:cNvSpPr txBox="1"/>
          <p:nvPr/>
        </p:nvSpPr>
        <p:spPr>
          <a:xfrm>
            <a:off x="5418730" y="4439235"/>
            <a:ext cx="3474827" cy="307777"/>
          </a:xfrm>
          <a:prstGeom prst="rect">
            <a:avLst/>
          </a:prstGeom>
          <a:noFill/>
        </p:spPr>
        <p:txBody>
          <a:bodyPr wrap="square" rtlCol="0">
            <a:spAutoFit/>
          </a:bodyPr>
          <a:lstStyle/>
          <a:p>
            <a:r>
              <a:rPr lang="en-IN" sz="1400" kern="0" spc="3" dirty="0">
                <a:solidFill>
                  <a:srgbClr val="1A432B"/>
                </a:solidFill>
                <a:latin typeface="Montserrat Medium" pitchFamily="34" charset="0"/>
              </a:rPr>
              <a:t>Real Time – Prediction - Image</a:t>
            </a:r>
          </a:p>
        </p:txBody>
      </p:sp>
      <p:sp>
        <p:nvSpPr>
          <p:cNvPr id="32" name="TextBox 31">
            <a:extLst>
              <a:ext uri="{FF2B5EF4-FFF2-40B4-BE49-F238E27FC236}">
                <a16:creationId xmlns:a16="http://schemas.microsoft.com/office/drawing/2014/main" id="{068764B8-5DFF-9AF7-0931-B3090FD4A6A1}"/>
              </a:ext>
            </a:extLst>
          </p:cNvPr>
          <p:cNvSpPr txBox="1"/>
          <p:nvPr/>
        </p:nvSpPr>
        <p:spPr>
          <a:xfrm>
            <a:off x="696675" y="4437746"/>
            <a:ext cx="3474827" cy="523220"/>
          </a:xfrm>
          <a:prstGeom prst="rect">
            <a:avLst/>
          </a:prstGeom>
          <a:noFill/>
        </p:spPr>
        <p:txBody>
          <a:bodyPr wrap="square" rtlCol="0">
            <a:spAutoFit/>
          </a:bodyPr>
          <a:lstStyle/>
          <a:p>
            <a:r>
              <a:rPr lang="en-IN" sz="1400" kern="0" spc="3" dirty="0">
                <a:solidFill>
                  <a:srgbClr val="1A432B"/>
                </a:solidFill>
                <a:latin typeface="Montserrat Medium" pitchFamily="34" charset="0"/>
              </a:rPr>
              <a:t>Interface with sidebar (Contains Dataset details)</a:t>
            </a:r>
          </a:p>
        </p:txBody>
      </p:sp>
      <p:pic>
        <p:nvPicPr>
          <p:cNvPr id="36" name="Picture 35">
            <a:extLst>
              <a:ext uri="{FF2B5EF4-FFF2-40B4-BE49-F238E27FC236}">
                <a16:creationId xmlns:a16="http://schemas.microsoft.com/office/drawing/2014/main" id="{A141A036-B70B-AE69-018D-C985E2F9D86F}"/>
              </a:ext>
            </a:extLst>
          </p:cNvPr>
          <p:cNvPicPr>
            <a:picLocks noChangeAspect="1"/>
          </p:cNvPicPr>
          <p:nvPr/>
        </p:nvPicPr>
        <p:blipFill>
          <a:blip r:embed="rId7"/>
          <a:stretch>
            <a:fillRect/>
          </a:stretch>
        </p:blipFill>
        <p:spPr>
          <a:xfrm>
            <a:off x="531676" y="4536281"/>
            <a:ext cx="164606" cy="128027"/>
          </a:xfrm>
          <a:prstGeom prst="rect">
            <a:avLst/>
          </a:prstGeom>
        </p:spPr>
      </p:pic>
    </p:spTree>
    <p:extLst>
      <p:ext uri="{BB962C8B-B14F-4D97-AF65-F5344CB8AC3E}">
        <p14:creationId xmlns:p14="http://schemas.microsoft.com/office/powerpoint/2010/main" val="14560322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661969"/>
            <a:ext cx="8572500" cy="278606"/>
          </a:xfrm>
          <a:prstGeom prst="rect">
            <a:avLst/>
          </a:prstGeom>
          <a:noFill/>
          <a:ln/>
        </p:spPr>
        <p:txBody>
          <a:bodyPr wrap="square" lIns="0" tIns="0" rIns="0" bIns="0" rtlCol="0" anchor="t">
            <a:spAutoFit/>
          </a:bodyPr>
          <a:lstStyle/>
          <a:p>
            <a:pPr marL="0" indent="0" algn="l">
              <a:buNone/>
            </a:pPr>
            <a:r>
              <a:rPr lang="en-US" sz="1700" kern="0" spc="3" dirty="0">
                <a:solidFill>
                  <a:srgbClr val="1A432B"/>
                </a:solidFill>
                <a:latin typeface="Montserrat Medium" pitchFamily="34" charset="0"/>
                <a:ea typeface="Montserrat Medium" pitchFamily="34" charset="-122"/>
                <a:cs typeface="Montserrat Medium" pitchFamily="34" charset="-120"/>
              </a:rPr>
              <a:t>CONCLUSION &amp; FUTURE SCOPE</a:t>
            </a:r>
            <a:endParaRPr lang="en-US" sz="1700" dirty="0"/>
          </a:p>
        </p:txBody>
      </p:sp>
      <p:sp>
        <p:nvSpPr>
          <p:cNvPr id="5" name="Text 1"/>
          <p:cNvSpPr/>
          <p:nvPr/>
        </p:nvSpPr>
        <p:spPr>
          <a:xfrm>
            <a:off x="428625" y="1273304"/>
            <a:ext cx="4000500" cy="280392"/>
          </a:xfrm>
          <a:prstGeom prst="rect">
            <a:avLst/>
          </a:prstGeom>
          <a:noFill/>
          <a:ln/>
        </p:spPr>
        <p:txBody>
          <a:bodyPr wrap="square" lIns="0" tIns="0" rIns="0" bIns="68072" rtlCol="0" anchor="t">
            <a:spAutoFit/>
          </a:bodyPr>
          <a:lstStyle/>
          <a:p>
            <a:pPr marL="0" indent="0" algn="l">
              <a:buNone/>
            </a:pPr>
            <a:r>
              <a:rPr lang="en-US" sz="1250" dirty="0">
                <a:solidFill>
                  <a:srgbClr val="1A432B"/>
                </a:solidFill>
                <a:latin typeface="Montserrat Medium" pitchFamily="34" charset="0"/>
                <a:ea typeface="Montserrat Medium" pitchFamily="34" charset="-122"/>
                <a:cs typeface="Montserrat Medium" pitchFamily="34" charset="-120"/>
              </a:rPr>
              <a:t>Project Conclusion</a:t>
            </a:r>
            <a:endParaRPr lang="en-US" sz="1250" dirty="0"/>
          </a:p>
        </p:txBody>
      </p:sp>
      <p:sp>
        <p:nvSpPr>
          <p:cNvPr id="6" name="Text 2"/>
          <p:cNvSpPr/>
          <p:nvPr/>
        </p:nvSpPr>
        <p:spPr>
          <a:xfrm>
            <a:off x="428625" y="1610541"/>
            <a:ext cx="4000500" cy="1068882"/>
          </a:xfrm>
          <a:prstGeom prst="rect">
            <a:avLst/>
          </a:prstGeom>
          <a:noFill/>
          <a:ln/>
        </p:spPr>
        <p:txBody>
          <a:bodyPr wrap="square" lIns="0" tIns="51054" rIns="0" bIns="0" rtlCol="0" anchor="t">
            <a:spAutoFit/>
          </a:bodyPr>
          <a:lstStyle/>
          <a:p>
            <a:pPr>
              <a:lnSpc>
                <a:spcPct val="128000"/>
              </a:lnSpc>
            </a:pPr>
            <a:r>
              <a:rPr lang="en-US" sz="1050" dirty="0">
                <a:solidFill>
                  <a:srgbClr val="2D5A3F"/>
                </a:solidFill>
                <a:latin typeface="Open Sans Light" pitchFamily="34" charset="0"/>
                <a:ea typeface="Open Sans Light" pitchFamily="34" charset="-122"/>
                <a:cs typeface="Open Sans Light" pitchFamily="34" charset="-120"/>
              </a:rPr>
              <a:t>The proposed Random Forest model successfully predicts hospital readmission risk and categorizes patients into Low, Moderate, and High Risk groups through a deployable web application.. By prioritizing </a:t>
            </a:r>
            <a:r>
              <a:rPr lang="en-US" sz="1000" b="1" dirty="0">
                <a:solidFill>
                  <a:srgbClr val="2D5A3F"/>
                </a:solidFill>
                <a:latin typeface="Open Sans Light" pitchFamily="34" charset="0"/>
                <a:ea typeface="Open Sans Light" pitchFamily="34" charset="-122"/>
                <a:cs typeface="Open Sans Light" pitchFamily="34" charset="-120"/>
              </a:rPr>
              <a:t>Recall</a:t>
            </a:r>
            <a:r>
              <a:rPr lang="en-US" sz="1050" dirty="0">
                <a:solidFill>
                  <a:srgbClr val="2D5A3F"/>
                </a:solidFill>
                <a:latin typeface="Open Sans Light" pitchFamily="34" charset="0"/>
                <a:ea typeface="Open Sans Light" pitchFamily="34" charset="-122"/>
                <a:cs typeface="Open Sans Light" pitchFamily="34" charset="-120"/>
              </a:rPr>
              <a:t>, the system provides a robust safety net for clinical decision-making.</a:t>
            </a:r>
          </a:p>
        </p:txBody>
      </p:sp>
      <p:sp>
        <p:nvSpPr>
          <p:cNvPr id="7" name="Text 3"/>
          <p:cNvSpPr/>
          <p:nvPr/>
        </p:nvSpPr>
        <p:spPr>
          <a:xfrm>
            <a:off x="4822032" y="1273304"/>
            <a:ext cx="4000500" cy="280392"/>
          </a:xfrm>
          <a:prstGeom prst="rect">
            <a:avLst/>
          </a:prstGeom>
          <a:noFill/>
          <a:ln/>
        </p:spPr>
        <p:txBody>
          <a:bodyPr wrap="square" lIns="0" tIns="0" rIns="0" bIns="68072" rtlCol="0" anchor="t">
            <a:spAutoFit/>
          </a:bodyPr>
          <a:lstStyle/>
          <a:p>
            <a:pPr marL="0" indent="0" algn="l">
              <a:buNone/>
            </a:pPr>
            <a:r>
              <a:rPr lang="en-US" sz="1250" dirty="0">
                <a:solidFill>
                  <a:srgbClr val="1A432B"/>
                </a:solidFill>
                <a:latin typeface="Montserrat Medium" pitchFamily="34" charset="0"/>
                <a:ea typeface="Montserrat Medium" pitchFamily="34" charset="-122"/>
                <a:cs typeface="Montserrat Medium" pitchFamily="34" charset="-120"/>
              </a:rPr>
              <a:t>Future Roadmap</a:t>
            </a:r>
            <a:endParaRPr lang="en-US" sz="1250" dirty="0"/>
          </a:p>
        </p:txBody>
      </p:sp>
      <p:pic>
        <p:nvPicPr>
          <p:cNvPr id="8" name="Image 1" descr="preencoded.png"/>
          <p:cNvPicPr>
            <a:picLocks noChangeAspect="1"/>
          </p:cNvPicPr>
          <p:nvPr/>
        </p:nvPicPr>
        <p:blipFill>
          <a:blip r:embed="rId4"/>
          <a:stretch>
            <a:fillRect/>
          </a:stretch>
        </p:blipFill>
        <p:spPr>
          <a:xfrm>
            <a:off x="4741665" y="1729739"/>
            <a:ext cx="160734" cy="128588"/>
          </a:xfrm>
          <a:prstGeom prst="rect">
            <a:avLst/>
          </a:prstGeom>
        </p:spPr>
      </p:pic>
      <p:sp>
        <p:nvSpPr>
          <p:cNvPr id="9" name="Text 4"/>
          <p:cNvSpPr/>
          <p:nvPr/>
        </p:nvSpPr>
        <p:spPr>
          <a:xfrm>
            <a:off x="4961335" y="1704025"/>
            <a:ext cx="3754041" cy="180017"/>
          </a:xfrm>
          <a:prstGeom prst="rect">
            <a:avLst/>
          </a:prstGeom>
          <a:noFill/>
          <a:ln/>
        </p:spPr>
        <p:txBody>
          <a:bodyPr wrap="none" lIns="0" tIns="0" rIns="0" bIns="0" rtlCol="0" anchor="t">
            <a:spAutoFit/>
          </a:bodyPr>
          <a:lstStyle/>
          <a:p>
            <a:pPr marL="0" indent="0" algn="l">
              <a:lnSpc>
                <a:spcPct val="112000"/>
              </a:lnSpc>
              <a:buNone/>
            </a:pPr>
            <a:r>
              <a:rPr lang="en-US" sz="950" dirty="0">
                <a:solidFill>
                  <a:srgbClr val="1A432B"/>
                </a:solidFill>
                <a:latin typeface="Open Sans Light" pitchFamily="34" charset="0"/>
                <a:ea typeface="Open Sans Light" pitchFamily="34" charset="-122"/>
                <a:cs typeface="Open Sans Light" pitchFamily="34" charset="-120"/>
              </a:rPr>
              <a:t>EHR Integration</a:t>
            </a:r>
            <a:endParaRPr lang="en-US" sz="950" dirty="0"/>
          </a:p>
        </p:txBody>
      </p:sp>
      <p:sp>
        <p:nvSpPr>
          <p:cNvPr id="10" name="Text 5"/>
          <p:cNvSpPr/>
          <p:nvPr/>
        </p:nvSpPr>
        <p:spPr>
          <a:xfrm>
            <a:off x="4929188" y="1890787"/>
            <a:ext cx="3650456" cy="175022"/>
          </a:xfrm>
          <a:prstGeom prst="rect">
            <a:avLst/>
          </a:prstGeom>
          <a:noFill/>
          <a:ln/>
        </p:spPr>
        <p:txBody>
          <a:bodyPr wrap="none" lIns="0" tIns="0" rIns="0" bIns="0" rtlCol="0" anchor="t">
            <a:spAutoFit/>
          </a:bodyPr>
          <a:lstStyle/>
          <a:p>
            <a:pPr marL="0" indent="0" algn="l">
              <a:lnSpc>
                <a:spcPct val="112000"/>
              </a:lnSpc>
              <a:buNone/>
            </a:pPr>
            <a:r>
              <a:rPr lang="en-US" sz="950" dirty="0">
                <a:solidFill>
                  <a:srgbClr val="2D5A3F"/>
                </a:solidFill>
                <a:latin typeface="Open Sans Light" pitchFamily="34" charset="0"/>
                <a:ea typeface="Open Sans Light" pitchFamily="34" charset="-122"/>
                <a:cs typeface="Open Sans Light" pitchFamily="34" charset="-120"/>
              </a:rPr>
              <a:t>Connecting directly with Electronic Health Records for real-time</a:t>
            </a:r>
            <a:endParaRPr lang="en-US" sz="950" dirty="0"/>
          </a:p>
        </p:txBody>
      </p:sp>
      <p:sp>
        <p:nvSpPr>
          <p:cNvPr id="11" name="Text 6"/>
          <p:cNvSpPr/>
          <p:nvPr/>
        </p:nvSpPr>
        <p:spPr>
          <a:xfrm>
            <a:off x="4929188" y="2080006"/>
            <a:ext cx="953691" cy="175022"/>
          </a:xfrm>
          <a:prstGeom prst="rect">
            <a:avLst/>
          </a:prstGeom>
          <a:noFill/>
          <a:ln/>
        </p:spPr>
        <p:txBody>
          <a:bodyPr wrap="none" lIns="0" tIns="0" rIns="0" bIns="0" rtlCol="0" anchor="t">
            <a:spAutoFit/>
          </a:bodyPr>
          <a:lstStyle/>
          <a:p>
            <a:pPr marL="0" indent="0" algn="l">
              <a:lnSpc>
                <a:spcPct val="112000"/>
              </a:lnSpc>
              <a:buNone/>
            </a:pPr>
            <a:r>
              <a:rPr lang="en-US" sz="950" dirty="0">
                <a:solidFill>
                  <a:srgbClr val="2D5A3F"/>
                </a:solidFill>
                <a:latin typeface="Open Sans Light" pitchFamily="34" charset="0"/>
                <a:ea typeface="Open Sans Light" pitchFamily="34" charset="-122"/>
                <a:cs typeface="Open Sans Light" pitchFamily="34" charset="-120"/>
              </a:rPr>
              <a:t>risk assessment.</a:t>
            </a:r>
            <a:endParaRPr lang="en-US" sz="950" dirty="0"/>
          </a:p>
        </p:txBody>
      </p:sp>
      <p:pic>
        <p:nvPicPr>
          <p:cNvPr id="12" name="Image 2" descr="preencoded.png"/>
          <p:cNvPicPr>
            <a:picLocks noChangeAspect="1"/>
          </p:cNvPicPr>
          <p:nvPr/>
        </p:nvPicPr>
        <p:blipFill>
          <a:blip r:embed="rId5"/>
          <a:stretch>
            <a:fillRect/>
          </a:stretch>
        </p:blipFill>
        <p:spPr>
          <a:xfrm>
            <a:off x="4741665" y="2417318"/>
            <a:ext cx="128588" cy="128588"/>
          </a:xfrm>
          <a:prstGeom prst="rect">
            <a:avLst/>
          </a:prstGeom>
        </p:spPr>
      </p:pic>
      <p:sp>
        <p:nvSpPr>
          <p:cNvPr id="13" name="Text 7"/>
          <p:cNvSpPr/>
          <p:nvPr/>
        </p:nvSpPr>
        <p:spPr>
          <a:xfrm>
            <a:off x="4913114" y="2399910"/>
            <a:ext cx="3786188" cy="180017"/>
          </a:xfrm>
          <a:prstGeom prst="rect">
            <a:avLst/>
          </a:prstGeom>
          <a:noFill/>
          <a:ln/>
        </p:spPr>
        <p:txBody>
          <a:bodyPr wrap="none" lIns="0" tIns="0" rIns="0" bIns="0" rtlCol="0" anchor="t">
            <a:spAutoFit/>
          </a:bodyPr>
          <a:lstStyle/>
          <a:p>
            <a:pPr marL="0" indent="0" algn="l">
              <a:lnSpc>
                <a:spcPct val="112000"/>
              </a:lnSpc>
              <a:buNone/>
            </a:pPr>
            <a:r>
              <a:rPr lang="en-US" sz="950" dirty="0">
                <a:solidFill>
                  <a:srgbClr val="1A432B"/>
                </a:solidFill>
                <a:latin typeface="Open Sans Light" pitchFamily="34" charset="0"/>
                <a:ea typeface="Open Sans Light" pitchFamily="34" charset="-122"/>
                <a:cs typeface="Open Sans Light" pitchFamily="34" charset="-120"/>
              </a:rPr>
              <a:t>Explainable AI (XAI)</a:t>
            </a:r>
            <a:endParaRPr lang="en-US" sz="950" dirty="0"/>
          </a:p>
        </p:txBody>
      </p:sp>
      <p:sp>
        <p:nvSpPr>
          <p:cNvPr id="14" name="Text 8"/>
          <p:cNvSpPr/>
          <p:nvPr/>
        </p:nvSpPr>
        <p:spPr>
          <a:xfrm>
            <a:off x="4902399" y="2612338"/>
            <a:ext cx="3462933" cy="175022"/>
          </a:xfrm>
          <a:prstGeom prst="rect">
            <a:avLst/>
          </a:prstGeom>
          <a:noFill/>
          <a:ln/>
        </p:spPr>
        <p:txBody>
          <a:bodyPr wrap="none" lIns="0" tIns="0" rIns="0" bIns="0" rtlCol="0" anchor="t">
            <a:spAutoFit/>
          </a:bodyPr>
          <a:lstStyle/>
          <a:p>
            <a:pPr marL="0" indent="0" algn="l">
              <a:lnSpc>
                <a:spcPct val="112000"/>
              </a:lnSpc>
              <a:buNone/>
            </a:pPr>
            <a:r>
              <a:rPr lang="en-US" sz="950" dirty="0">
                <a:solidFill>
                  <a:srgbClr val="2D5A3F"/>
                </a:solidFill>
                <a:latin typeface="Open Sans Light" pitchFamily="34" charset="0"/>
                <a:ea typeface="Open Sans Light" pitchFamily="34" charset="-122"/>
                <a:cs typeface="Open Sans Light" pitchFamily="34" charset="-120"/>
              </a:rPr>
              <a:t>Integrating SHAP/LIME to provide clinicians with transparent</a:t>
            </a:r>
            <a:endParaRPr lang="en-US" sz="950" dirty="0"/>
          </a:p>
        </p:txBody>
      </p:sp>
      <p:sp>
        <p:nvSpPr>
          <p:cNvPr id="15" name="Text 9"/>
          <p:cNvSpPr/>
          <p:nvPr/>
        </p:nvSpPr>
        <p:spPr>
          <a:xfrm>
            <a:off x="4902399" y="2819771"/>
            <a:ext cx="1584127" cy="175022"/>
          </a:xfrm>
          <a:prstGeom prst="rect">
            <a:avLst/>
          </a:prstGeom>
          <a:noFill/>
          <a:ln/>
        </p:spPr>
        <p:txBody>
          <a:bodyPr wrap="none" lIns="0" tIns="0" rIns="0" bIns="0" rtlCol="0" anchor="t">
            <a:spAutoFit/>
          </a:bodyPr>
          <a:lstStyle/>
          <a:p>
            <a:pPr marL="0" indent="0" algn="l">
              <a:lnSpc>
                <a:spcPct val="112000"/>
              </a:lnSpc>
              <a:buNone/>
            </a:pPr>
            <a:r>
              <a:rPr lang="en-US" sz="950" dirty="0">
                <a:solidFill>
                  <a:srgbClr val="2D5A3F"/>
                </a:solidFill>
                <a:latin typeface="Open Sans Light" pitchFamily="34" charset="0"/>
                <a:ea typeface="Open Sans Light" pitchFamily="34" charset="-122"/>
                <a:cs typeface="Open Sans Light" pitchFamily="34" charset="-120"/>
              </a:rPr>
              <a:t>reasoning for each risk flag.</a:t>
            </a:r>
            <a:endParaRPr lang="en-US" sz="950" dirty="0"/>
          </a:p>
        </p:txBody>
      </p:sp>
      <p:pic>
        <p:nvPicPr>
          <p:cNvPr id="16" name="Image 3" descr="preencoded.png"/>
          <p:cNvPicPr>
            <a:picLocks noChangeAspect="1"/>
          </p:cNvPicPr>
          <p:nvPr/>
        </p:nvPicPr>
        <p:blipFill>
          <a:blip r:embed="rId6"/>
          <a:stretch>
            <a:fillRect/>
          </a:stretch>
        </p:blipFill>
        <p:spPr>
          <a:xfrm>
            <a:off x="4771132" y="3139833"/>
            <a:ext cx="112514" cy="128588"/>
          </a:xfrm>
          <a:prstGeom prst="rect">
            <a:avLst/>
          </a:prstGeom>
        </p:spPr>
      </p:pic>
      <p:sp>
        <p:nvSpPr>
          <p:cNvPr id="17" name="Text 10"/>
          <p:cNvSpPr/>
          <p:nvPr/>
        </p:nvSpPr>
        <p:spPr>
          <a:xfrm>
            <a:off x="4921151" y="3131908"/>
            <a:ext cx="3802261" cy="180017"/>
          </a:xfrm>
          <a:prstGeom prst="rect">
            <a:avLst/>
          </a:prstGeom>
          <a:noFill/>
          <a:ln/>
        </p:spPr>
        <p:txBody>
          <a:bodyPr wrap="none" lIns="0" tIns="0" rIns="0" bIns="0" rtlCol="0" anchor="t">
            <a:spAutoFit/>
          </a:bodyPr>
          <a:lstStyle/>
          <a:p>
            <a:pPr marL="0" indent="0" algn="l">
              <a:lnSpc>
                <a:spcPct val="112000"/>
              </a:lnSpc>
              <a:buNone/>
            </a:pPr>
            <a:r>
              <a:rPr lang="en-US" sz="950" dirty="0">
                <a:solidFill>
                  <a:srgbClr val="1A432B"/>
                </a:solidFill>
                <a:latin typeface="Open Sans Light" pitchFamily="34" charset="0"/>
                <a:ea typeface="Open Sans Light" pitchFamily="34" charset="-122"/>
                <a:cs typeface="Open Sans Light" pitchFamily="34" charset="-120"/>
              </a:rPr>
              <a:t>Expanded Scope</a:t>
            </a:r>
            <a:endParaRPr lang="en-US" sz="950" dirty="0"/>
          </a:p>
        </p:txBody>
      </p:sp>
      <p:sp>
        <p:nvSpPr>
          <p:cNvPr id="18" name="Text 11"/>
          <p:cNvSpPr/>
          <p:nvPr/>
        </p:nvSpPr>
        <p:spPr>
          <a:xfrm>
            <a:off x="4933652" y="3347315"/>
            <a:ext cx="3641527" cy="175022"/>
          </a:xfrm>
          <a:prstGeom prst="rect">
            <a:avLst/>
          </a:prstGeom>
          <a:noFill/>
          <a:ln/>
        </p:spPr>
        <p:txBody>
          <a:bodyPr wrap="none" lIns="0" tIns="0" rIns="0" bIns="0" rtlCol="0" anchor="t">
            <a:spAutoFit/>
          </a:bodyPr>
          <a:lstStyle/>
          <a:p>
            <a:pPr marL="0" indent="0" algn="l">
              <a:lnSpc>
                <a:spcPct val="112000"/>
              </a:lnSpc>
              <a:buNone/>
            </a:pPr>
            <a:r>
              <a:rPr lang="en-US" sz="950" dirty="0">
                <a:solidFill>
                  <a:srgbClr val="2D5A3F"/>
                </a:solidFill>
                <a:latin typeface="Open Sans Light" pitchFamily="34" charset="0"/>
                <a:ea typeface="Open Sans Light" pitchFamily="34" charset="-122"/>
                <a:cs typeface="Open Sans Light" pitchFamily="34" charset="-120"/>
              </a:rPr>
              <a:t>Adapting the predictive framework for other chronic conditions</a:t>
            </a:r>
            <a:endParaRPr lang="en-US" sz="950" dirty="0"/>
          </a:p>
        </p:txBody>
      </p:sp>
      <p:sp>
        <p:nvSpPr>
          <p:cNvPr id="19" name="Text 12"/>
          <p:cNvSpPr/>
          <p:nvPr/>
        </p:nvSpPr>
        <p:spPr>
          <a:xfrm>
            <a:off x="4933652" y="3557727"/>
            <a:ext cx="960834" cy="175022"/>
          </a:xfrm>
          <a:prstGeom prst="rect">
            <a:avLst/>
          </a:prstGeom>
          <a:noFill/>
          <a:ln/>
        </p:spPr>
        <p:txBody>
          <a:bodyPr wrap="none" lIns="0" tIns="0" rIns="0" bIns="0" rtlCol="0" anchor="t">
            <a:spAutoFit/>
          </a:bodyPr>
          <a:lstStyle/>
          <a:p>
            <a:pPr marL="0" indent="0" algn="l">
              <a:lnSpc>
                <a:spcPct val="112000"/>
              </a:lnSpc>
              <a:buNone/>
            </a:pPr>
            <a:r>
              <a:rPr lang="en-US" sz="950" dirty="0">
                <a:solidFill>
                  <a:srgbClr val="2D5A3F"/>
                </a:solidFill>
                <a:latin typeface="Open Sans Light" pitchFamily="34" charset="0"/>
                <a:ea typeface="Open Sans Light" pitchFamily="34" charset="-122"/>
                <a:cs typeface="Open Sans Light" pitchFamily="34" charset="-120"/>
              </a:rPr>
              <a:t>like heart failure.</a:t>
            </a:r>
            <a:endParaRPr lang="en-US" sz="950" dirty="0"/>
          </a:p>
        </p:txBody>
      </p:sp>
      <p:sp>
        <p:nvSpPr>
          <p:cNvPr id="20" name="Shape 13"/>
          <p:cNvSpPr/>
          <p:nvPr/>
        </p:nvSpPr>
        <p:spPr>
          <a:xfrm>
            <a:off x="571500" y="4593431"/>
            <a:ext cx="8001000" cy="264319"/>
          </a:xfrm>
          <a:prstGeom prst="rect">
            <a:avLst/>
          </a:prstGeom>
          <a:solidFill>
            <a:srgbClr val="000000">
              <a:alpha val="0"/>
            </a:srgbClr>
          </a:solidFill>
          <a:ln/>
        </p:spPr>
        <p:txBody>
          <a:bodyPr/>
          <a:lstStyle/>
          <a:p>
            <a:endParaRPr lang="en-IN"/>
          </a:p>
        </p:txBody>
      </p:sp>
      <p:sp>
        <p:nvSpPr>
          <p:cNvPr id="21" name="Shape 14"/>
          <p:cNvSpPr/>
          <p:nvPr/>
        </p:nvSpPr>
        <p:spPr>
          <a:xfrm>
            <a:off x="571500" y="4593431"/>
            <a:ext cx="8001000" cy="7144"/>
          </a:xfrm>
          <a:prstGeom prst="rect">
            <a:avLst/>
          </a:prstGeom>
          <a:solidFill>
            <a:srgbClr val="D1D9D5"/>
          </a:solidFill>
          <a:ln/>
        </p:spPr>
        <p:txBody>
          <a:bodyPr/>
          <a:lstStyle/>
          <a:p>
            <a:endParaRPr lang="en-IN"/>
          </a:p>
        </p:txBody>
      </p:sp>
      <p:sp>
        <p:nvSpPr>
          <p:cNvPr id="22" name="Text 15"/>
          <p:cNvSpPr/>
          <p:nvPr/>
        </p:nvSpPr>
        <p:spPr>
          <a:xfrm>
            <a:off x="571500" y="4593431"/>
            <a:ext cx="8001000" cy="264319"/>
          </a:xfrm>
          <a:prstGeom prst="rect">
            <a:avLst/>
          </a:prstGeom>
          <a:noFill/>
          <a:ln/>
        </p:spPr>
        <p:txBody>
          <a:bodyPr wrap="square" lIns="0" tIns="119126" rIns="0" bIns="0" rtlCol="0" anchor="t">
            <a:spAutoFit/>
          </a:bodyPr>
          <a:lstStyle/>
          <a:p>
            <a:pPr marL="0" indent="0" algn="l">
              <a:buNone/>
            </a:pPr>
            <a:r>
              <a:rPr lang="en-US" sz="950" i="1" dirty="0">
                <a:solidFill>
                  <a:srgbClr val="1A432B"/>
                </a:solidFill>
                <a:latin typeface="Montserrat Medium" pitchFamily="34" charset="0"/>
                <a:ea typeface="Montserrat Medium" pitchFamily="34" charset="-122"/>
                <a:cs typeface="Montserrat Medium" pitchFamily="34" charset="-120"/>
              </a:rPr>
              <a:t>"Scaling AI to bridge the gap between clinical data and proactive patient care."</a:t>
            </a:r>
            <a:endParaRPr lang="en-US" sz="950" dirty="0"/>
          </a:p>
        </p:txBody>
      </p:sp>
      <p:sp>
        <p:nvSpPr>
          <p:cNvPr id="23" name="Text 1">
            <a:extLst>
              <a:ext uri="{FF2B5EF4-FFF2-40B4-BE49-F238E27FC236}">
                <a16:creationId xmlns:a16="http://schemas.microsoft.com/office/drawing/2014/main" id="{F9420771-8FA8-3CE6-4BFC-EC37B4CB7439}"/>
              </a:ext>
            </a:extLst>
          </p:cNvPr>
          <p:cNvSpPr/>
          <p:nvPr/>
        </p:nvSpPr>
        <p:spPr>
          <a:xfrm>
            <a:off x="428625" y="2835202"/>
            <a:ext cx="4000500" cy="261097"/>
          </a:xfrm>
          <a:prstGeom prst="rect">
            <a:avLst/>
          </a:prstGeom>
          <a:noFill/>
          <a:ln/>
        </p:spPr>
        <p:txBody>
          <a:bodyPr wrap="square" lIns="0" tIns="0" rIns="0" bIns="68072" rtlCol="0" anchor="t">
            <a:spAutoFit/>
          </a:bodyPr>
          <a:lstStyle/>
          <a:p>
            <a:pPr marL="0" indent="0" algn="l">
              <a:buNone/>
            </a:pPr>
            <a:r>
              <a:rPr lang="en-US" sz="1250" dirty="0">
                <a:solidFill>
                  <a:srgbClr val="1A432B"/>
                </a:solidFill>
                <a:latin typeface="Montserrat Medium" pitchFamily="34" charset="0"/>
              </a:rPr>
              <a:t>Technologies Used</a:t>
            </a:r>
            <a:endParaRPr lang="en-US" sz="1250" dirty="0"/>
          </a:p>
        </p:txBody>
      </p:sp>
      <p:sp>
        <p:nvSpPr>
          <p:cNvPr id="27" name="Text 2">
            <a:extLst>
              <a:ext uri="{FF2B5EF4-FFF2-40B4-BE49-F238E27FC236}">
                <a16:creationId xmlns:a16="http://schemas.microsoft.com/office/drawing/2014/main" id="{185169A4-C7D2-79B0-2E8F-F8DEA8B5054F}"/>
              </a:ext>
            </a:extLst>
          </p:cNvPr>
          <p:cNvSpPr/>
          <p:nvPr/>
        </p:nvSpPr>
        <p:spPr>
          <a:xfrm>
            <a:off x="428625" y="3083695"/>
            <a:ext cx="4342507" cy="1482265"/>
          </a:xfrm>
          <a:prstGeom prst="rect">
            <a:avLst/>
          </a:prstGeom>
          <a:noFill/>
          <a:ln/>
        </p:spPr>
        <p:txBody>
          <a:bodyPr wrap="square" lIns="0" tIns="51054" rIns="0" bIns="0" rtlCol="0" anchor="t">
            <a:spAutoFit/>
          </a:bodyPr>
          <a:lstStyle/>
          <a:p>
            <a:pPr>
              <a:lnSpc>
                <a:spcPct val="128000"/>
              </a:lnSpc>
            </a:pPr>
            <a:r>
              <a:rPr lang="en-US" sz="1050" dirty="0">
                <a:solidFill>
                  <a:srgbClr val="1A432B"/>
                </a:solidFill>
                <a:latin typeface="Montserrat Medium" pitchFamily="34" charset="0"/>
              </a:rPr>
              <a:t>Tools :</a:t>
            </a:r>
            <a:r>
              <a:rPr lang="en-US" sz="1050" dirty="0">
                <a:solidFill>
                  <a:srgbClr val="2D5A3F"/>
                </a:solidFill>
                <a:latin typeface="Open Sans Light" pitchFamily="34" charset="0"/>
                <a:ea typeface="Open Sans Light" pitchFamily="34" charset="-122"/>
                <a:cs typeface="Open Sans Light" pitchFamily="34" charset="-120"/>
              </a:rPr>
              <a:t> Jupyter Notebook, VSCode, GitHub</a:t>
            </a:r>
          </a:p>
          <a:p>
            <a:pPr>
              <a:lnSpc>
                <a:spcPct val="128000"/>
              </a:lnSpc>
            </a:pPr>
            <a:endParaRPr lang="en-US" sz="1050" dirty="0">
              <a:solidFill>
                <a:srgbClr val="2D5A3F"/>
              </a:solidFill>
              <a:latin typeface="Open Sans Light" pitchFamily="34" charset="0"/>
              <a:ea typeface="Open Sans Light" pitchFamily="34" charset="-122"/>
              <a:cs typeface="Open Sans Light" pitchFamily="34" charset="-120"/>
            </a:endParaRPr>
          </a:p>
          <a:p>
            <a:pPr>
              <a:lnSpc>
                <a:spcPct val="128000"/>
              </a:lnSpc>
            </a:pPr>
            <a:r>
              <a:rPr lang="en-US" sz="1050" dirty="0">
                <a:solidFill>
                  <a:srgbClr val="1A432B"/>
                </a:solidFill>
                <a:latin typeface="Montserrat Medium" pitchFamily="34" charset="0"/>
              </a:rPr>
              <a:t>Programing Language : </a:t>
            </a:r>
            <a:r>
              <a:rPr lang="en-US" sz="1050" dirty="0">
                <a:solidFill>
                  <a:srgbClr val="2D5A3F"/>
                </a:solidFill>
                <a:latin typeface="Open Sans Light" pitchFamily="34" charset="0"/>
                <a:ea typeface="Open Sans Light" pitchFamily="34" charset="-122"/>
                <a:cs typeface="Open Sans Light" pitchFamily="34" charset="-120"/>
              </a:rPr>
              <a:t>PYTHON</a:t>
            </a:r>
          </a:p>
          <a:p>
            <a:pPr>
              <a:lnSpc>
                <a:spcPct val="128000"/>
              </a:lnSpc>
            </a:pPr>
            <a:endParaRPr lang="en-US" sz="1050" dirty="0">
              <a:solidFill>
                <a:srgbClr val="2D5A3F"/>
              </a:solidFill>
              <a:latin typeface="Open Sans Light" pitchFamily="34" charset="0"/>
              <a:ea typeface="Open Sans Light" pitchFamily="34" charset="-122"/>
              <a:cs typeface="Open Sans Light" pitchFamily="34" charset="-120"/>
            </a:endParaRPr>
          </a:p>
          <a:p>
            <a:pPr>
              <a:lnSpc>
                <a:spcPct val="128000"/>
              </a:lnSpc>
            </a:pPr>
            <a:r>
              <a:rPr lang="en-US" sz="1050" dirty="0">
                <a:solidFill>
                  <a:srgbClr val="1A432B"/>
                </a:solidFill>
                <a:latin typeface="Montserrat Medium" pitchFamily="34" charset="0"/>
              </a:rPr>
              <a:t>Packages / Modules : </a:t>
            </a:r>
            <a:r>
              <a:rPr lang="en-US" sz="1050" dirty="0">
                <a:solidFill>
                  <a:srgbClr val="2D5A3F"/>
                </a:solidFill>
                <a:latin typeface="Open Sans Light" pitchFamily="34" charset="0"/>
                <a:ea typeface="Open Sans Light" pitchFamily="34" charset="-122"/>
                <a:cs typeface="Open Sans Light" pitchFamily="34" charset="-120"/>
              </a:rPr>
              <a:t>Pandas, NumPy, Scikit-learn, Matplotlib, Joblib  </a:t>
            </a:r>
          </a:p>
          <a:p>
            <a:pPr>
              <a:lnSpc>
                <a:spcPct val="128000"/>
              </a:lnSpc>
            </a:pPr>
            <a:endParaRPr lang="en-US" sz="1050" dirty="0">
              <a:solidFill>
                <a:srgbClr val="2D5A3F"/>
              </a:solidFill>
              <a:latin typeface="Open Sans Light" pitchFamily="34" charset="0"/>
              <a:ea typeface="Open Sans Light" pitchFamily="34" charset="-122"/>
              <a:cs typeface="Open Sans Light" pitchFamily="34" charset="-120"/>
            </a:endParaRPr>
          </a:p>
          <a:p>
            <a:pPr>
              <a:lnSpc>
                <a:spcPct val="128000"/>
              </a:lnSpc>
            </a:pPr>
            <a:r>
              <a:rPr lang="en-US" sz="1050" dirty="0">
                <a:solidFill>
                  <a:srgbClr val="1A432B"/>
                </a:solidFill>
                <a:latin typeface="Montserrat Medium" pitchFamily="34" charset="0"/>
              </a:rPr>
              <a:t>FrameWork : </a:t>
            </a:r>
            <a:r>
              <a:rPr lang="en-US" sz="1050" dirty="0">
                <a:solidFill>
                  <a:srgbClr val="2D5A3F"/>
                </a:solidFill>
                <a:latin typeface="Open Sans Light" pitchFamily="34" charset="0"/>
                <a:ea typeface="Open Sans Light" pitchFamily="34" charset="-122"/>
                <a:cs typeface="Open Sans Light" pitchFamily="34" charset="-120"/>
              </a:rPr>
              <a:t>STREAMLIT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029700" cy="5143500"/>
          </a:xfrm>
          <a:prstGeom prst="rect">
            <a:avLst/>
          </a:prstGeom>
        </p:spPr>
      </p:pic>
      <p:sp>
        <p:nvSpPr>
          <p:cNvPr id="4" name="Text 0"/>
          <p:cNvSpPr/>
          <p:nvPr/>
        </p:nvSpPr>
        <p:spPr>
          <a:xfrm>
            <a:off x="628650" y="2509326"/>
            <a:ext cx="8572500" cy="730448"/>
          </a:xfrm>
          <a:prstGeom prst="rect">
            <a:avLst/>
          </a:prstGeom>
          <a:noFill/>
          <a:ln/>
        </p:spPr>
        <p:txBody>
          <a:bodyPr wrap="square" lIns="0" tIns="0" rIns="0" bIns="0" rtlCol="0" anchor="t">
            <a:spAutoFit/>
          </a:bodyPr>
          <a:lstStyle/>
          <a:p>
            <a:pPr marL="0" indent="0" algn="l">
              <a:buNone/>
            </a:pPr>
            <a:r>
              <a:rPr lang="en-US" sz="4650" kern="0" spc="6" dirty="0">
                <a:solidFill>
                  <a:srgbClr val="1A432B"/>
                </a:solidFill>
                <a:latin typeface="Montserrat Medium" pitchFamily="34" charset="0"/>
                <a:ea typeface="Montserrat Medium" pitchFamily="34" charset="-122"/>
                <a:cs typeface="Montserrat Medium" pitchFamily="34" charset="-120"/>
              </a:rPr>
              <a:t>THANK YOU</a:t>
            </a:r>
            <a:endParaRPr lang="en-US" sz="4650" dirty="0"/>
          </a:p>
        </p:txBody>
      </p:sp>
      <p:sp>
        <p:nvSpPr>
          <p:cNvPr id="5" name="Text 1"/>
          <p:cNvSpPr/>
          <p:nvPr/>
        </p:nvSpPr>
        <p:spPr>
          <a:xfrm>
            <a:off x="628650" y="3405783"/>
            <a:ext cx="8572500" cy="242888"/>
          </a:xfrm>
          <a:prstGeom prst="rect">
            <a:avLst/>
          </a:prstGeom>
          <a:noFill/>
          <a:ln/>
        </p:spPr>
        <p:txBody>
          <a:bodyPr wrap="square" lIns="0" tIns="0" rIns="0" bIns="0" rtlCol="0" anchor="t">
            <a:spAutoFit/>
          </a:bodyPr>
          <a:lstStyle/>
          <a:p>
            <a:pPr marL="0" indent="0" algn="l">
              <a:buNone/>
            </a:pPr>
            <a:r>
              <a:rPr lang="en-US" sz="1500" kern="0" spc="2" dirty="0">
                <a:solidFill>
                  <a:srgbClr val="FF6B6B"/>
                </a:solidFill>
                <a:latin typeface="Montserrat Medium" pitchFamily="34" charset="0"/>
                <a:ea typeface="Montserrat Medium" pitchFamily="34" charset="-122"/>
                <a:cs typeface="Montserrat Medium" pitchFamily="34" charset="-120"/>
              </a:rPr>
              <a:t>AI-Powered Hospital Readmission Risk Predictor</a:t>
            </a:r>
            <a:endParaRPr lang="en-US" sz="1500" dirty="0"/>
          </a:p>
        </p:txBody>
      </p:sp>
      <p:sp>
        <p:nvSpPr>
          <p:cNvPr id="6" name="Text 2"/>
          <p:cNvSpPr/>
          <p:nvPr/>
        </p:nvSpPr>
        <p:spPr>
          <a:xfrm>
            <a:off x="714375" y="3898232"/>
            <a:ext cx="8401050" cy="228600"/>
          </a:xfrm>
          <a:prstGeom prst="rect">
            <a:avLst/>
          </a:prstGeom>
          <a:noFill/>
          <a:ln/>
        </p:spPr>
        <p:txBody>
          <a:bodyPr wrap="none" lIns="0" tIns="0" rIns="0" bIns="0" rtlCol="0" anchor="t">
            <a:spAutoFit/>
          </a:bodyPr>
          <a:lstStyle/>
          <a:p>
            <a:pPr marL="0" indent="0" algn="l">
              <a:lnSpc>
                <a:spcPct val="128000"/>
              </a:lnSpc>
              <a:buNone/>
            </a:pPr>
            <a:r>
              <a:rPr lang="en-US" sz="1050" dirty="0">
                <a:solidFill>
                  <a:srgbClr val="1A432B"/>
                </a:solidFill>
                <a:latin typeface="Open Sans Light" pitchFamily="34" charset="0"/>
                <a:ea typeface="Open Sans Light" pitchFamily="34" charset="-122"/>
                <a:cs typeface="Open Sans Light" pitchFamily="34" charset="-120"/>
              </a:rPr>
              <a:t>Midde Jai Surya</a:t>
            </a:r>
            <a:endParaRPr lang="en-US" sz="1050" dirty="0"/>
          </a:p>
        </p:txBody>
      </p:sp>
      <p:sp>
        <p:nvSpPr>
          <p:cNvPr id="7" name="Text 3"/>
          <p:cNvSpPr/>
          <p:nvPr/>
        </p:nvSpPr>
        <p:spPr>
          <a:xfrm>
            <a:off x="714375" y="4335147"/>
            <a:ext cx="846386" cy="190501"/>
          </a:xfrm>
          <a:prstGeom prst="rect">
            <a:avLst/>
          </a:prstGeom>
          <a:noFill/>
          <a:ln/>
        </p:spPr>
        <p:txBody>
          <a:bodyPr wrap="none" lIns="0" tIns="0" rIns="0" bIns="0" rtlCol="0" anchor="t">
            <a:spAutoFit/>
          </a:bodyPr>
          <a:lstStyle/>
          <a:p>
            <a:pPr marL="0" indent="0" algn="l">
              <a:lnSpc>
                <a:spcPct val="128000"/>
              </a:lnSpc>
              <a:buNone/>
            </a:pPr>
            <a:r>
              <a:rPr lang="en-US" sz="1050" dirty="0">
                <a:solidFill>
                  <a:srgbClr val="2D5A3F"/>
                </a:solidFill>
                <a:latin typeface="Open Sans Light" pitchFamily="34" charset="0"/>
                <a:ea typeface="Open Sans Light" pitchFamily="34" charset="-122"/>
                <a:cs typeface="Open Sans Light" pitchFamily="34" charset="-120"/>
              </a:rPr>
              <a:t>B.Tech | AIML</a:t>
            </a:r>
            <a:endParaRPr lang="en-US" sz="1050" dirty="0"/>
          </a:p>
        </p:txBody>
      </p:sp>
      <p:sp>
        <p:nvSpPr>
          <p:cNvPr id="9" name="Text 5"/>
          <p:cNvSpPr/>
          <p:nvPr/>
        </p:nvSpPr>
        <p:spPr>
          <a:xfrm>
            <a:off x="628650" y="4934545"/>
            <a:ext cx="8572500" cy="208955"/>
          </a:xfrm>
          <a:prstGeom prst="rect">
            <a:avLst/>
          </a:prstGeom>
          <a:noFill/>
          <a:ln/>
        </p:spPr>
        <p:txBody>
          <a:bodyPr wrap="square" lIns="0" tIns="0" rIns="0" bIns="0" rtlCol="0" anchor="t">
            <a:spAutoFit/>
          </a:bodyPr>
          <a:lstStyle/>
          <a:p>
            <a:pPr marL="0" indent="0" algn="l">
              <a:buNone/>
            </a:pPr>
            <a:r>
              <a:rPr lang="en-US" sz="1250" i="1" dirty="0">
                <a:solidFill>
                  <a:srgbClr val="1A432B"/>
                </a:solidFill>
                <a:latin typeface="Montserrat Medium" pitchFamily="34" charset="0"/>
                <a:ea typeface="Montserrat Medium" pitchFamily="34" charset="-122"/>
                <a:cs typeface="Montserrat Medium" pitchFamily="34" charset="-120"/>
              </a:rPr>
              <a:t>"Open for Discussion"</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977</TotalTime>
  <Words>2078</Words>
  <Application>Microsoft Office PowerPoint</Application>
  <PresentationFormat>On-screen Show (16:9)</PresentationFormat>
  <Paragraphs>215</Paragraphs>
  <Slides>11</Slides>
  <Notes>11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vt:i4>
      </vt:variant>
    </vt:vector>
  </HeadingPairs>
  <TitlesOfParts>
    <vt:vector size="21" baseType="lpstr">
      <vt:lpstr>Aptos</vt:lpstr>
      <vt:lpstr>Arial</vt:lpstr>
      <vt:lpstr>Calibri</vt:lpstr>
      <vt:lpstr>Montserrat Medium</vt:lpstr>
      <vt:lpstr>Montserrat SemiBold</vt:lpstr>
      <vt:lpstr>Open Sans</vt:lpstr>
      <vt:lpstr>Open Sans Bold</vt:lpstr>
      <vt:lpstr>Open Sans Light</vt:lpstr>
      <vt:lpstr>Open Sans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Jai Surya Midde</cp:lastModifiedBy>
  <cp:revision>1</cp:revision>
  <dcterms:created xsi:type="dcterms:W3CDTF">2026-06-23T14:46:20Z</dcterms:created>
  <dcterms:modified xsi:type="dcterms:W3CDTF">2026-06-24T16:45:22Z</dcterms:modified>
</cp:coreProperties>
</file>